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628afc9d2d4bd8" /><Relationship Type="http://schemas.openxmlformats.org/officeDocument/2006/relationships/extended-properties" Target="/docProps/app.xml" Id="Rb1dd1d327adb42bf" /><Relationship Type="http://schemas.openxmlformats.org/officeDocument/2006/relationships/officeDocument" Target="/ppt/presentation.xml" Id="R5fdee8fc97e24d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b63a57c9444c1"/>
  </p:sldMasterIdLst>
  <p:notesMasterIdLst>
    <p:notesMasterId xmlns:r="http://schemas.openxmlformats.org/officeDocument/2006/relationships" r:id="R7ac08df7a8174b7e"/>
  </p:notesMasterIdLst>
  <p:sldIdLst>
    <p:sldId xmlns:r="http://schemas.openxmlformats.org/officeDocument/2006/relationships" id="256" r:id="Rd68d77d1b2ca4ac7"/>
    <p:sldId xmlns:r="http://schemas.openxmlformats.org/officeDocument/2006/relationships" id="257" r:id="R2d60b4d118844846"/>
    <p:sldId xmlns:r="http://schemas.openxmlformats.org/officeDocument/2006/relationships" id="258" r:id="Rc2c806e2585141b5"/>
    <p:sldId xmlns:r="http://schemas.openxmlformats.org/officeDocument/2006/relationships" id="259" r:id="R53767ef882634d22"/>
    <p:sldId xmlns:r="http://schemas.openxmlformats.org/officeDocument/2006/relationships" id="260" r:id="Rb4aaa7192f5445d5"/>
    <p:sldId xmlns:r="http://schemas.openxmlformats.org/officeDocument/2006/relationships" id="261" r:id="Ra36efa98cf5841f1"/>
    <p:sldId xmlns:r="http://schemas.openxmlformats.org/officeDocument/2006/relationships" id="262" r:id="R62efca79974645a2"/>
    <p:sldId xmlns:r="http://schemas.openxmlformats.org/officeDocument/2006/relationships" id="263" r:id="R5c894a1b404a4996"/>
    <p:sldId xmlns:r="http://schemas.openxmlformats.org/officeDocument/2006/relationships" id="264" r:id="Rfbe93a31fdb54ccc"/>
    <p:sldId xmlns:r="http://schemas.openxmlformats.org/officeDocument/2006/relationships" id="265" r:id="R34ae208053ea49a5"/>
    <p:sldId xmlns:r="http://schemas.openxmlformats.org/officeDocument/2006/relationships" id="266" r:id="Ra1e363e39fbd445b"/>
    <p:sldId xmlns:r="http://schemas.openxmlformats.org/officeDocument/2006/relationships" id="267" r:id="R841871736ef0444d"/>
    <p:sldId xmlns:r="http://schemas.openxmlformats.org/officeDocument/2006/relationships" id="268" r:id="R4059d291f8db4360"/>
    <p:sldId xmlns:r="http://schemas.openxmlformats.org/officeDocument/2006/relationships" id="269" r:id="R8b375a9bb7a8401e"/>
    <p:sldId xmlns:r="http://schemas.openxmlformats.org/officeDocument/2006/relationships" id="270" r:id="Rd8b659ac0a6541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609bd65c6f4c7e" /><Relationship Type="http://schemas.openxmlformats.org/officeDocument/2006/relationships/slideMaster" Target="/ppt/slideMasters/slideMaster1.xml" Id="Rb0db63a57c9444c1" /><Relationship Type="http://schemas.openxmlformats.org/officeDocument/2006/relationships/notesMaster" Target="/ppt/notesMasters/notesMaster1.xml" Id="R7ac08df7a8174b7e" /><Relationship Type="http://schemas.openxmlformats.org/officeDocument/2006/relationships/presProps" Target="/ppt/presProps.xml" Id="R09191916567a4ad2" /><Relationship Type="http://schemas.openxmlformats.org/officeDocument/2006/relationships/tableStyles" Target="/ppt/tableStyles.xml" Id="Re0c025704802459d" /><Relationship Type="http://schemas.openxmlformats.org/officeDocument/2006/relationships/slide" Target="/ppt/slides/slide1.xml" Id="Rd68d77d1b2ca4ac7" /><Relationship Type="http://schemas.openxmlformats.org/officeDocument/2006/relationships/slide" Target="/ppt/slides/slide2.xml" Id="R2d60b4d118844846" /><Relationship Type="http://schemas.openxmlformats.org/officeDocument/2006/relationships/slide" Target="/ppt/slides/slide3.xml" Id="Rc2c806e2585141b5" /><Relationship Type="http://schemas.openxmlformats.org/officeDocument/2006/relationships/slide" Target="/ppt/slides/slide4.xml" Id="R53767ef882634d22" /><Relationship Type="http://schemas.openxmlformats.org/officeDocument/2006/relationships/slide" Target="/ppt/slides/slide5.xml" Id="Rb4aaa7192f5445d5" /><Relationship Type="http://schemas.openxmlformats.org/officeDocument/2006/relationships/slide" Target="/ppt/slides/slide6.xml" Id="Ra36efa98cf5841f1" /><Relationship Type="http://schemas.openxmlformats.org/officeDocument/2006/relationships/slide" Target="/ppt/slides/slide7.xml" Id="R62efca79974645a2" /><Relationship Type="http://schemas.openxmlformats.org/officeDocument/2006/relationships/slide" Target="/ppt/slides/slide8.xml" Id="R5c894a1b404a4996" /><Relationship Type="http://schemas.openxmlformats.org/officeDocument/2006/relationships/slide" Target="/ppt/slides/slide9.xml" Id="Rfbe93a31fdb54ccc" /><Relationship Type="http://schemas.openxmlformats.org/officeDocument/2006/relationships/slide" Target="/ppt/slides/slide10.xml" Id="R34ae208053ea49a5" /><Relationship Type="http://schemas.openxmlformats.org/officeDocument/2006/relationships/slide" Target="/ppt/slides/slide11.xml" Id="Ra1e363e39fbd445b" /><Relationship Type="http://schemas.openxmlformats.org/officeDocument/2006/relationships/slide" Target="/ppt/slides/slide12.xml" Id="R841871736ef0444d" /><Relationship Type="http://schemas.openxmlformats.org/officeDocument/2006/relationships/slide" Target="/ppt/slides/slide13.xml" Id="R4059d291f8db4360" /><Relationship Type="http://schemas.openxmlformats.org/officeDocument/2006/relationships/slide" Target="/ppt/slides/slide14.xml" Id="R8b375a9bb7a8401e" /><Relationship Type="http://schemas.openxmlformats.org/officeDocument/2006/relationships/slide" Target="/ppt/slides/slide15.xml" Id="Rd8b659ac0a65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5c329b16f94e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9da74fe8e54f43" /><Relationship Type="http://schemas.openxmlformats.org/officeDocument/2006/relationships/notesMaster" Target="/ppt/notesMasters/notesMaster1.xml" Id="R4f2afee0a7b949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1906538de4729" /><Relationship Type="http://schemas.openxmlformats.org/officeDocument/2006/relationships/notesMaster" Target="/ppt/notesMasters/notesMaster1.xml" Id="R2e8da56c5ba640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a8f51398a4bb8" /><Relationship Type="http://schemas.openxmlformats.org/officeDocument/2006/relationships/notesMaster" Target="/ppt/notesMasters/notesMaster1.xml" Id="R304de0626914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eee33f96794947" /><Relationship Type="http://schemas.openxmlformats.org/officeDocument/2006/relationships/notesMaster" Target="/ppt/notesMasters/notesMaster1.xml" Id="Re73af0634cee49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bd889a2d3b458c" /><Relationship Type="http://schemas.openxmlformats.org/officeDocument/2006/relationships/notesMaster" Target="/ppt/notesMasters/notesMaster1.xml" Id="R1f69956736724e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01676063d84721" /><Relationship Type="http://schemas.openxmlformats.org/officeDocument/2006/relationships/notesMaster" Target="/ppt/notesMasters/notesMaster1.xml" Id="Rb943c4b0ab6c44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e755e0b5754512" /><Relationship Type="http://schemas.openxmlformats.org/officeDocument/2006/relationships/notesMaster" Target="/ppt/notesMasters/notesMaster1.xml" Id="Rf7565518b7a141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c0c13cb5c040c8" /><Relationship Type="http://schemas.openxmlformats.org/officeDocument/2006/relationships/notesMaster" Target="/ppt/notesMasters/notesMaster1.xml" Id="R5e3a056c99504f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b60940291242d3" /><Relationship Type="http://schemas.openxmlformats.org/officeDocument/2006/relationships/notesMaster" Target="/ppt/notesMasters/notesMaster1.xml" Id="Rdaf5e9d2f2104a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26573ba7bd4f80" /><Relationship Type="http://schemas.openxmlformats.org/officeDocument/2006/relationships/notesMaster" Target="/ppt/notesMasters/notesMaster1.xml" Id="R07734fe659874e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9064eb5ed548a8" /><Relationship Type="http://schemas.openxmlformats.org/officeDocument/2006/relationships/notesMaster" Target="/ppt/notesMasters/notesMaster1.xml" Id="R139f911220834f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4443f331f647d8" /><Relationship Type="http://schemas.openxmlformats.org/officeDocument/2006/relationships/notesMaster" Target="/ppt/notesMasters/notesMaster1.xml" Id="Rffa02911286d4f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f474f134fa4d8d" /><Relationship Type="http://schemas.openxmlformats.org/officeDocument/2006/relationships/notesMaster" Target="/ppt/notesMasters/notesMaster1.xml" Id="Rd98e0970225149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c0f59fa2bd46c4" /><Relationship Type="http://schemas.openxmlformats.org/officeDocument/2006/relationships/notesMaster" Target="/ppt/notesMasters/notesMaster1.xml" Id="R56114839834e46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23e69002474a8d" /><Relationship Type="http://schemas.openxmlformats.org/officeDocument/2006/relationships/notesMaster" Target="/ppt/notesMasters/notesMaster1.xml" Id="R81742b2e4d7542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47ed273a2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f9c11dd4764c22" /><Relationship Type="http://schemas.openxmlformats.org/officeDocument/2006/relationships/slideLayout" Target="/ppt/slideLayouts/slideLayout1.xml" Id="R7f32e74a575f4a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32e74a575f4a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2710a581e40f1" /><Relationship Type="http://schemas.openxmlformats.org/officeDocument/2006/relationships/notesSlide" Target="/ppt/notesSlides/notesSlide1.xml" Id="Rd9b343a9b2454f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02bb3bc484d9e" /><Relationship Type="http://schemas.openxmlformats.org/officeDocument/2006/relationships/notesSlide" Target="/ppt/notesSlides/notesSlide2.xml" Id="R4e1f372ad5514d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eb564edfe45c2" /><Relationship Type="http://schemas.openxmlformats.org/officeDocument/2006/relationships/notesSlide" Target="/ppt/notesSlides/notesSlide3.xml" Id="R0205d0bd825548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b596622ea4d1b" /><Relationship Type="http://schemas.openxmlformats.org/officeDocument/2006/relationships/notesSlide" Target="/ppt/notesSlides/notesSlide4.xml" Id="R1dab9aaf372e48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4476fcf7e47a1" /><Relationship Type="http://schemas.openxmlformats.org/officeDocument/2006/relationships/notesSlide" Target="/ppt/notesSlides/notesSlide5.xml" Id="R8556e5d74c7d46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5c6b2e6c945a6" /><Relationship Type="http://schemas.openxmlformats.org/officeDocument/2006/relationships/notesSlide" Target="/ppt/notesSlides/notesSlide6.xml" Id="R4b03570c3b6d49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0721086124226" /><Relationship Type="http://schemas.openxmlformats.org/officeDocument/2006/relationships/notesSlide" Target="/ppt/notesSlides/notesSlide7.xml" Id="Ra96ae632c6064c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de8b1bfa44ad1" /><Relationship Type="http://schemas.openxmlformats.org/officeDocument/2006/relationships/notesSlide" Target="/ppt/notesSlides/notesSlide8.xml" Id="R483f6f03c72d4a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a4259e11345a2" /><Relationship Type="http://schemas.openxmlformats.org/officeDocument/2006/relationships/notesSlide" Target="/ppt/notesSlides/notesSlide9.xml" Id="R640b2f21f0b443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2604811204509" /><Relationship Type="http://schemas.openxmlformats.org/officeDocument/2006/relationships/notesSlide" Target="/ppt/notesSlides/notesSlide10.xml" Id="R69d573221bb445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1d77f547a4104" /><Relationship Type="http://schemas.openxmlformats.org/officeDocument/2006/relationships/notesSlide" Target="/ppt/notesSlides/notesSlide11.xml" Id="R32e080088cdf4c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e44c0d2e9436b" /><Relationship Type="http://schemas.openxmlformats.org/officeDocument/2006/relationships/notesSlide" Target="/ppt/notesSlides/notesSlide12.xml" Id="R5ed768b978dd47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c42b88b554090" /><Relationship Type="http://schemas.openxmlformats.org/officeDocument/2006/relationships/notesSlide" Target="/ppt/notesSlides/notesSlide13.xml" Id="R5a98eb70f15d4b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f5223f268405f" /><Relationship Type="http://schemas.openxmlformats.org/officeDocument/2006/relationships/notesSlide" Target="/ppt/notesSlides/notesSlide14.xml" Id="R2889e7d75d3d45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6935507b443fd" /><Relationship Type="http://schemas.openxmlformats.org/officeDocument/2006/relationships/notesSlide" Target="/ppt/notesSlides/notesSlide15.xml" Id="Rec8476532874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7876F93-CA9F-452D-8C51-F6613BEE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LOW-FIDELITY UX PROTOTYPE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E303A8-0C28-4111-8811-397B8742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The first-success loop has one job at every state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C19819-05AC-47AD-A027-4C2AE52A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01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BA20166F-88D9-4CBB-896C-3012D641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962150" cy="24765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07CEFD-0C84-40CE-A80E-6857C3E5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1  Context loaded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EC459D-87B3-4397-8708-CBDF7E80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Confirm inherited intent</a:t>
            </a:r>
          </a:p>
        </p:txBody>
      </p:sp>
      <p:sp>
        <p:nvSpPr>
          <p:cNvPr id="7" name="button-Generate this form">
            <a:extLst xmlns:a="http://schemas.openxmlformats.org/drawingml/2006/main">
              <a:ext uri="{FF2B5EF4-FFF2-40B4-BE49-F238E27FC236}">
                <a16:creationId xmlns:a16="http://schemas.microsoft.com/office/drawing/2014/main" id="{08ADF744-56EC-4B01-83CF-AF777E9B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6192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8" name="button-text-Generate this form">
            <a:extLst xmlns:a="http://schemas.openxmlformats.org/drawingml/2006/main">
              <a:ext uri="{FF2B5EF4-FFF2-40B4-BE49-F238E27FC236}">
                <a16:creationId xmlns:a16="http://schemas.microsoft.com/office/drawing/2014/main" id="{90CAB4C4-3BB5-400B-8C34-514DB350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Generate this form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528561-A986-4724-88E5-DB1040A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71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8A2B3"/>
                </a:solidFill>
              </a:defRPr>
            </a:pPr>
            <a:r>
              <a:rPr sz="1950" b="1">
                <a:solidFill>
                  <a:srgbClr val="98A2B3"/>
                </a:solidFill>
              </a:rPr>
              <a:t>&gt;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77528618-8B6F-4331-A3AA-472CA85F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0250"/>
            <a:ext cx="1962150" cy="24765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1EB84E-627A-4C1C-BF53-428A842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2  Generated draft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833CBD-DFEB-46F0-9B1B-FAC594D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Review the real draft</a:t>
            </a:r>
          </a:p>
        </p:txBody>
      </p:sp>
      <p:sp>
        <p:nvSpPr>
          <p:cNvPr id="13" name="button-Publish form">
            <a:extLst xmlns:a="http://schemas.openxmlformats.org/drawingml/2006/main">
              <a:ext uri="{FF2B5EF4-FFF2-40B4-BE49-F238E27FC236}">
                <a16:creationId xmlns:a16="http://schemas.microsoft.com/office/drawing/2014/main" id="{B53A1293-67F2-4DFF-8DF5-7D04152D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6192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4" name="button-text-Publish form">
            <a:extLst xmlns:a="http://schemas.openxmlformats.org/drawingml/2006/main">
              <a:ext uri="{FF2B5EF4-FFF2-40B4-BE49-F238E27FC236}">
                <a16:creationId xmlns:a16="http://schemas.microsoft.com/office/drawing/2014/main" id="{EA469122-F561-45AB-A2FC-1B72F11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576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Publish form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774BFE0-8AA3-4CEA-BD1B-DE4EC65A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8A2B3"/>
                </a:solidFill>
              </a:defRPr>
            </a:pPr>
            <a:r>
              <a:rPr sz="1950" b="1">
                <a:solidFill>
                  <a:srgbClr val="98A2B3"/>
                </a:solidFill>
              </a:rPr>
              <a:t>&gt;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3CC88906-CBF3-4D4B-8B92-70F372FD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1962150" cy="24765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BC723B4-C75C-4B77-A23F-FB85D3D7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3  Publish success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588F91-A1F5-446C-B600-C46AF8D0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Get the public link</a:t>
            </a:r>
          </a:p>
        </p:txBody>
      </p:sp>
      <p:sp>
        <p:nvSpPr>
          <p:cNvPr id="19" name="button-Send free test">
            <a:extLst xmlns:a="http://schemas.openxmlformats.org/drawingml/2006/main">
              <a:ext uri="{FF2B5EF4-FFF2-40B4-BE49-F238E27FC236}">
                <a16:creationId xmlns:a16="http://schemas.microsoft.com/office/drawing/2014/main" id="{00BC56C1-1F96-4A73-8923-3C2B655A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16192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0" name="button-text-Send free test">
            <a:extLst xmlns:a="http://schemas.openxmlformats.org/drawingml/2006/main">
              <a:ext uri="{FF2B5EF4-FFF2-40B4-BE49-F238E27FC236}">
                <a16:creationId xmlns:a16="http://schemas.microsoft.com/office/drawing/2014/main" id="{FDB2732D-FDE3-4A38-985D-E01FD028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576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Send free test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311FE2D-C6BB-40B8-82C6-FCCF63A4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8A2B3"/>
                </a:solidFill>
              </a:defRPr>
            </a:pPr>
            <a:r>
              <a:rPr sz="1950" b="1">
                <a:solidFill>
                  <a:srgbClr val="98A2B3"/>
                </a:solidFill>
              </a:rPr>
              <a:t>&gt;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4B37A073-4D0D-4ECD-A528-3F5751E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1962150" cy="24765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954EBA3-1A49-43BA-A0B6-31BF187E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4  Test runner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CBCB4A4-27D4-4163-BAD2-886C5CB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Prove the full runtime</a:t>
            </a:r>
          </a:p>
        </p:txBody>
      </p:sp>
      <p:sp>
        <p:nvSpPr>
          <p:cNvPr id="25" name="button-Submit test response">
            <a:extLst xmlns:a="http://schemas.openxmlformats.org/drawingml/2006/main">
              <a:ext uri="{FF2B5EF4-FFF2-40B4-BE49-F238E27FC236}">
                <a16:creationId xmlns:a16="http://schemas.microsoft.com/office/drawing/2014/main" id="{C8D8B33F-EE57-442A-AC80-2E66F77F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16192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6" name="button-text-Submit test response">
            <a:extLst xmlns:a="http://schemas.openxmlformats.org/drawingml/2006/main">
              <a:ext uri="{FF2B5EF4-FFF2-40B4-BE49-F238E27FC236}">
                <a16:creationId xmlns:a16="http://schemas.microsoft.com/office/drawing/2014/main" id="{6D59195B-FD23-434F-AC57-D79BD294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576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Submit test response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ECA00C0-A94E-4720-8364-B80CDC7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8A2B3"/>
                </a:solidFill>
              </a:defRPr>
            </a:pPr>
            <a:r>
              <a:rPr sz="1950" b="1">
                <a:solidFill>
                  <a:srgbClr val="98A2B3"/>
                </a:solidFill>
              </a:rPr>
              <a:t>&gt;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66CB51AD-AF21-43F6-855D-8833C525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1962150" cy="24765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E7E1DAE-E2FD-408A-8642-36EAD69A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5  First result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B49A050-23C7-4C3E-AEF9-CF25F4E7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See the saved test result</a:t>
            </a:r>
          </a:p>
        </p:txBody>
      </p:sp>
      <p:sp>
        <p:nvSpPr>
          <p:cNvPr id="31" name="button-Share public form">
            <a:extLst xmlns:a="http://schemas.openxmlformats.org/drawingml/2006/main">
              <a:ext uri="{FF2B5EF4-FFF2-40B4-BE49-F238E27FC236}">
                <a16:creationId xmlns:a16="http://schemas.microsoft.com/office/drawing/2014/main" id="{86B8EBA4-D01E-47EE-B47B-1C233D1E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33800"/>
            <a:ext cx="16192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32" name="button-text-Share public form">
            <a:extLst xmlns:a="http://schemas.openxmlformats.org/drawingml/2006/main">
              <a:ext uri="{FF2B5EF4-FFF2-40B4-BE49-F238E27FC236}">
                <a16:creationId xmlns:a16="http://schemas.microsoft.com/office/drawing/2014/main" id="{B1B8F3A4-8BF7-4A6C-BDA5-CA70A64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576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Share public form</a:t>
            </a:r>
          </a:p>
        </p:txBody>
      </p:sp>
      <p:sp>
        <p:nvSpPr>
          <p:cNvPr id="33" name="note">
            <a:extLst xmlns:a="http://schemas.openxmlformats.org/drawingml/2006/main">
              <a:ext uri="{FF2B5EF4-FFF2-40B4-BE49-F238E27FC236}">
                <a16:creationId xmlns:a16="http://schemas.microsoft.com/office/drawing/2014/main" id="{C357047B-28D5-41CD-9D5C-35EA45DB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6858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34" name="note-text">
            <a:extLst xmlns:a="http://schemas.openxmlformats.org/drawingml/2006/main">
              <a:ext uri="{FF2B5EF4-FFF2-40B4-BE49-F238E27FC236}">
                <a16:creationId xmlns:a16="http://schemas.microsoft.com/office/drawing/2014/main" id="{725A18AE-3189-41E2-8D8C-405A777C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38725"/>
            <a:ext cx="662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D5"/>
                </a:solidFill>
              </a:defRPr>
            </a:pPr>
            <a:r>
              <a:rPr sz="1050" b="1">
                <a:solidFill>
                  <a:srgbClr val="3157D5"/>
                </a:solidFill>
              </a:rPr>
              <a:t>One primary CTA per state. Secondary controls never compete with the next activation step.</a:t>
            </a:r>
          </a:p>
        </p:txBody>
      </p:sp>
    </p:spTree>
    <p:extLst>
      <p:ext uri="{BB962C8B-B14F-4D97-AF65-F5344CB8AC3E}">
        <p14:creationId xmlns:p14="http://schemas.microsoft.com/office/powerpoint/2010/main" val="1334090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D020A32-C9E7-4DFD-A85E-3D5CFD80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DESKTOP 1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C72824-DDE2-49ED-8E94-6D3C0BD9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Context is visible before the user generates anything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45BD0B-C242-4445-940C-641E178F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02</a:t>
            </a:r>
          </a:p>
        </p:txBody>
      </p:sp>
      <p:sp>
        <p:nvSpPr>
          <p:cNvPr id="4" name="desktop-browser">
            <a:extLst xmlns:a="http://schemas.openxmlformats.org/drawingml/2006/main">
              <a:ext uri="{FF2B5EF4-FFF2-40B4-BE49-F238E27FC236}">
                <a16:creationId xmlns:a16="http://schemas.microsoft.com/office/drawing/2014/main" id="{5E33F032-54BF-43F3-811A-BC41A25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086350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desktop-topbar">
            <a:extLst xmlns:a="http://schemas.openxmlformats.org/drawingml/2006/main">
              <a:ext uri="{FF2B5EF4-FFF2-40B4-BE49-F238E27FC236}">
                <a16:creationId xmlns:a16="http://schemas.microsoft.com/office/drawing/2014/main" id="{7DAFAE4C-33D5-4D82-827A-5AE50AF1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86BE2D-9982-4B79-A083-E2007763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4B48350-2243-4EE6-B99E-1773F885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/forms/new</a:t>
            </a:r>
          </a:p>
        </p:txBody>
      </p:sp>
      <p:sp>
        <p:nvSpPr>
          <p:cNvPr id="8" name="pill-Context">
            <a:extLst xmlns:a="http://schemas.openxmlformats.org/drawingml/2006/main">
              <a:ext uri="{FF2B5EF4-FFF2-40B4-BE49-F238E27FC236}">
                <a16:creationId xmlns:a16="http://schemas.microsoft.com/office/drawing/2014/main" id="{F5CA3A0A-8C55-459F-ADAB-CFE948B4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9" name="pill-text-Context">
            <a:extLst xmlns:a="http://schemas.openxmlformats.org/drawingml/2006/main">
              <a:ext uri="{FF2B5EF4-FFF2-40B4-BE49-F238E27FC236}">
                <a16:creationId xmlns:a16="http://schemas.microsoft.com/office/drawing/2014/main" id="{8C4D620E-58DE-49A4-9B12-FA4926AB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Context</a:t>
            </a:r>
          </a:p>
        </p:txBody>
      </p:sp>
      <p:sp>
        <p:nvSpPr>
          <p:cNvPr id="10" name="pill-Generate">
            <a:extLst xmlns:a="http://schemas.openxmlformats.org/drawingml/2006/main">
              <a:ext uri="{FF2B5EF4-FFF2-40B4-BE49-F238E27FC236}">
                <a16:creationId xmlns:a16="http://schemas.microsoft.com/office/drawing/2014/main" id="{BCDFE962-09D6-4F1D-B1BB-A6810CCE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pill-text-Generate">
            <a:extLst xmlns:a="http://schemas.openxmlformats.org/drawingml/2006/main">
              <a:ext uri="{FF2B5EF4-FFF2-40B4-BE49-F238E27FC236}">
                <a16:creationId xmlns:a16="http://schemas.microsoft.com/office/drawing/2014/main" id="{085AD265-60E6-4007-9EEB-398C0EE3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Generate</a:t>
            </a:r>
          </a:p>
        </p:txBody>
      </p:sp>
      <p:sp>
        <p:nvSpPr>
          <p:cNvPr id="12" name="pill-Publish">
            <a:extLst xmlns:a="http://schemas.openxmlformats.org/drawingml/2006/main">
              <a:ext uri="{FF2B5EF4-FFF2-40B4-BE49-F238E27FC236}">
                <a16:creationId xmlns:a16="http://schemas.microsoft.com/office/drawing/2014/main" id="{990862A5-F82A-47A8-9B25-BBA5F98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pill-text-Publish">
            <a:extLst xmlns:a="http://schemas.openxmlformats.org/drawingml/2006/main">
              <a:ext uri="{FF2B5EF4-FFF2-40B4-BE49-F238E27FC236}">
                <a16:creationId xmlns:a16="http://schemas.microsoft.com/office/drawing/2014/main" id="{034D42D2-9B89-4C94-8B5F-603D6947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Publish</a:t>
            </a:r>
          </a:p>
        </p:txBody>
      </p:sp>
      <p:sp>
        <p:nvSpPr>
          <p:cNvPr id="14" name="pill-Test">
            <a:extLst xmlns:a="http://schemas.openxmlformats.org/drawingml/2006/main">
              <a:ext uri="{FF2B5EF4-FFF2-40B4-BE49-F238E27FC236}">
                <a16:creationId xmlns:a16="http://schemas.microsoft.com/office/drawing/2014/main" id="{2E576CD9-7820-4B8C-A704-7BF934CF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pill-text-Test">
            <a:extLst xmlns:a="http://schemas.openxmlformats.org/drawingml/2006/main">
              <a:ext uri="{FF2B5EF4-FFF2-40B4-BE49-F238E27FC236}">
                <a16:creationId xmlns:a16="http://schemas.microsoft.com/office/drawing/2014/main" id="{764C1598-9CFA-4F67-B5C5-73F18AF5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Test</a:t>
            </a:r>
          </a:p>
        </p:txBody>
      </p:sp>
      <p:sp>
        <p:nvSpPr>
          <p:cNvPr id="16" name="pill-Result">
            <a:extLst xmlns:a="http://schemas.openxmlformats.org/drawingml/2006/main">
              <a:ext uri="{FF2B5EF4-FFF2-40B4-BE49-F238E27FC236}">
                <a16:creationId xmlns:a16="http://schemas.microsoft.com/office/drawing/2014/main" id="{DA586B2F-EF10-4134-A555-466550AE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pill-text-Result">
            <a:extLst xmlns:a="http://schemas.openxmlformats.org/drawingml/2006/main">
              <a:ext uri="{FF2B5EF4-FFF2-40B4-BE49-F238E27FC236}">
                <a16:creationId xmlns:a16="http://schemas.microsoft.com/office/drawing/2014/main" id="{D9020082-8934-4FEE-991B-1D94EDAD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Result</a:t>
            </a:r>
          </a:p>
        </p:txBody>
      </p:sp>
      <p:sp>
        <p:nvSpPr>
          <p:cNvPr id="18" name="context-banner">
            <a:extLst xmlns:a="http://schemas.openxmlformats.org/drawingml/2006/main">
              <a:ext uri="{FF2B5EF4-FFF2-40B4-BE49-F238E27FC236}">
                <a16:creationId xmlns:a16="http://schemas.microsoft.com/office/drawing/2014/main" id="{20D40E1C-BE97-4926-BE2A-5CE2AF66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061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E288F58-889D-45FC-A9FD-2B0CD608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  Customer Service Request  |  intent: service request intake  |  source: template</a:t>
            </a:r>
          </a:p>
        </p:txBody>
      </p:sp>
      <p:sp>
        <p:nvSpPr>
          <p:cNvPr id="20" name="pill-Name">
            <a:extLst xmlns:a="http://schemas.openxmlformats.org/drawingml/2006/main">
              <a:ext uri="{FF2B5EF4-FFF2-40B4-BE49-F238E27FC236}">
                <a16:creationId xmlns:a16="http://schemas.microsoft.com/office/drawing/2014/main" id="{AEEC15AC-DBE5-4B86-906D-0ACDD937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628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pill-text-Name">
            <a:extLst xmlns:a="http://schemas.openxmlformats.org/drawingml/2006/main">
              <a:ext uri="{FF2B5EF4-FFF2-40B4-BE49-F238E27FC236}">
                <a16:creationId xmlns:a16="http://schemas.microsoft.com/office/drawing/2014/main" id="{DF2B89A6-1751-47F7-9622-C04A8609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85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Name</a:t>
            </a:r>
          </a:p>
        </p:txBody>
      </p:sp>
      <p:sp>
        <p:nvSpPr>
          <p:cNvPr id="22" name="pill-Request type">
            <a:extLst xmlns:a="http://schemas.openxmlformats.org/drawingml/2006/main">
              <a:ext uri="{FF2B5EF4-FFF2-40B4-BE49-F238E27FC236}">
                <a16:creationId xmlns:a16="http://schemas.microsoft.com/office/drawing/2014/main" id="{550DF731-BD45-4045-8D0F-FE41747E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10287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pill-text-Request type">
            <a:extLst xmlns:a="http://schemas.openxmlformats.org/drawingml/2006/main">
              <a:ext uri="{FF2B5EF4-FFF2-40B4-BE49-F238E27FC236}">
                <a16:creationId xmlns:a16="http://schemas.microsoft.com/office/drawing/2014/main" id="{651F396B-F0F2-497D-82E4-7413F0AD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Request type</a:t>
            </a:r>
          </a:p>
        </p:txBody>
      </p:sp>
      <p:sp>
        <p:nvSpPr>
          <p:cNvPr id="24" name="pill-Details">
            <a:extLst xmlns:a="http://schemas.openxmlformats.org/drawingml/2006/main">
              <a:ext uri="{FF2B5EF4-FFF2-40B4-BE49-F238E27FC236}">
                <a16:creationId xmlns:a16="http://schemas.microsoft.com/office/drawing/2014/main" id="{2E8C2517-8ADE-4444-AB74-83681095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2880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pill-text-Details">
            <a:extLst xmlns:a="http://schemas.openxmlformats.org/drawingml/2006/main">
              <a:ext uri="{FF2B5EF4-FFF2-40B4-BE49-F238E27FC236}">
                <a16:creationId xmlns:a16="http://schemas.microsoft.com/office/drawing/2014/main" id="{1284F7B7-43A6-4571-8D95-1B9C87F5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859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Details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0A66026-75F2-4527-BBC5-FE145CA3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764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D5"/>
                </a:solidFill>
              </a:defRPr>
            </a:pPr>
            <a:r>
              <a:rPr sz="900" b="1">
                <a:solidFill>
                  <a:srgbClr val="3157D5"/>
                </a:solidFill>
              </a:rPr>
              <a:t>Change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08E7EBA7-7FBF-4B63-93CA-48B3DDB7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733800" cy="33909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5A76C71-B160-4E7F-B65C-95AE74CD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Describe any changes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6FD4502B-E24B-42AA-A1BF-549036EA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33147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AEB92A1-0457-42A4-AFBE-7714691C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Create a customer service request form for product questions and follow-up.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3617855-1414-46C6-B87B-0EB86BA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Advanced visual settings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D433EAC-7B89-45AB-B661-13D8758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Collapsed</a:t>
            </a:r>
          </a:p>
        </p:txBody>
      </p:sp>
      <p:sp>
        <p:nvSpPr>
          <p:cNvPr id="33" name="button-Generate this form">
            <a:extLst xmlns:a="http://schemas.openxmlformats.org/drawingml/2006/main">
              <a:ext uri="{FF2B5EF4-FFF2-40B4-BE49-F238E27FC236}">
                <a16:creationId xmlns:a16="http://schemas.microsoft.com/office/drawing/2014/main" id="{E4545BAF-D5C0-4D65-AF81-6226E4DF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33147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34" name="button-text-Generate this form">
            <a:extLst xmlns:a="http://schemas.openxmlformats.org/drawingml/2006/main">
              <a:ext uri="{FF2B5EF4-FFF2-40B4-BE49-F238E27FC236}">
                <a16:creationId xmlns:a16="http://schemas.microsoft.com/office/drawing/2014/main" id="{60F5ED00-37AA-4340-B623-6D2795A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Generate this form</a:t>
            </a:r>
          </a:p>
        </p:txBody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199D4441-DD85-49D6-B362-58A74C72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4362450" cy="33909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D72022E-075A-43F1-A4AC-7B8BDB6A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Recommended field preview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14A1421-D1E1-4A17-9267-A48A35B4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09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Your name</a:t>
            </a:r>
          </a:p>
        </p:txBody>
      </p:sp>
      <p:sp>
        <p:nvSpPr>
          <p:cNvPr id="38" name="field-Your name">
            <a:extLst xmlns:a="http://schemas.openxmlformats.org/drawingml/2006/main">
              <a:ext uri="{FF2B5EF4-FFF2-40B4-BE49-F238E27FC236}">
                <a16:creationId xmlns:a16="http://schemas.microsoft.com/office/drawing/2014/main" id="{4EDC042E-8D24-4597-A907-92022A17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1809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7BF2DB2C-9654-40CA-A327-7DF0BFD9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432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Jane Smith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FF9F294-1303-4A1E-A6BF-7D42A35C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Request type</a:t>
            </a:r>
          </a:p>
        </p:txBody>
      </p:sp>
      <p:sp>
        <p:nvSpPr>
          <p:cNvPr id="41" name="field-Request type">
            <a:extLst xmlns:a="http://schemas.openxmlformats.org/drawingml/2006/main">
              <a:ext uri="{FF2B5EF4-FFF2-40B4-BE49-F238E27FC236}">
                <a16:creationId xmlns:a16="http://schemas.microsoft.com/office/drawing/2014/main" id="{CD4CA044-6DB1-4227-A3F4-0CBA9DDC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38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F9E9152E-3090-4024-B388-98381C09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432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Product question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35E50052-C4EF-46DC-AF35-35A4FBC5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671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Tell us what you need</a:t>
            </a:r>
          </a:p>
        </p:txBody>
      </p:sp>
      <p:sp>
        <p:nvSpPr>
          <p:cNvPr id="44" name="field-Tell us what you need">
            <a:extLst xmlns:a="http://schemas.openxmlformats.org/drawingml/2006/main">
              <a:ext uri="{FF2B5EF4-FFF2-40B4-BE49-F238E27FC236}">
                <a16:creationId xmlns:a16="http://schemas.microsoft.com/office/drawing/2014/main" id="{DE30213E-300B-45B3-ABFB-B955890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3905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5F9BEC43-A306-440C-9301-AE62616E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00525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Describe your request...</a:t>
            </a:r>
          </a:p>
        </p:txBody>
      </p:sp>
      <p:sp>
        <p:nvSpPr>
          <p:cNvPr id="46" name="note">
            <a:extLst xmlns:a="http://schemas.openxmlformats.org/drawingml/2006/main">
              <a:ext uri="{FF2B5EF4-FFF2-40B4-BE49-F238E27FC236}">
                <a16:creationId xmlns:a16="http://schemas.microsoft.com/office/drawing/2014/main" id="{00E0BF3A-A127-4188-8798-CF1B059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29200"/>
            <a:ext cx="3905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47" name="note-text">
            <a:extLst xmlns:a="http://schemas.openxmlformats.org/drawingml/2006/main">
              <a:ext uri="{FF2B5EF4-FFF2-40B4-BE49-F238E27FC236}">
                <a16:creationId xmlns:a16="http://schemas.microsoft.com/office/drawing/2014/main" id="{F27C9F78-333E-45D1-B8FE-42B01F14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14925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D5"/>
                </a:solidFill>
              </a:defRPr>
            </a:pPr>
            <a:r>
              <a:rPr sz="1050" b="1">
                <a:solidFill>
                  <a:srgbClr val="3157D5"/>
                </a:solidFill>
              </a:rPr>
              <a:t>Primary CTA  Generate this form</a:t>
            </a:r>
          </a:p>
        </p:txBody>
      </p:sp>
    </p:spTree>
    <p:extLst>
      <p:ext uri="{BB962C8B-B14F-4D97-AF65-F5344CB8AC3E}">
        <p14:creationId xmlns:p14="http://schemas.microsoft.com/office/powerpoint/2010/main" val="454000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1987859-4458-43EF-848F-809465B1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DESKTOP 2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24BF02-2A52-4EB9-80D5-F8ADD3A2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The generated draft makes Publish the obvious next move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93145A-64F8-4B45-B208-2F046B47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03</a:t>
            </a:r>
          </a:p>
        </p:txBody>
      </p:sp>
      <p:sp>
        <p:nvSpPr>
          <p:cNvPr id="4" name="desktop-browser">
            <a:extLst xmlns:a="http://schemas.openxmlformats.org/drawingml/2006/main">
              <a:ext uri="{FF2B5EF4-FFF2-40B4-BE49-F238E27FC236}">
                <a16:creationId xmlns:a16="http://schemas.microsoft.com/office/drawing/2014/main" id="{3DF9AF4C-C8E1-4C39-8DD4-5E0207BE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086350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desktop-topbar">
            <a:extLst xmlns:a="http://schemas.openxmlformats.org/drawingml/2006/main">
              <a:ext uri="{FF2B5EF4-FFF2-40B4-BE49-F238E27FC236}">
                <a16:creationId xmlns:a16="http://schemas.microsoft.com/office/drawing/2014/main" id="{796B1EEE-4C48-4E59-B86A-3F98474A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221126-1A12-436C-A186-F2236480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0E92E14-10DB-45FB-941F-8F5FDBA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Draft ready</a:t>
            </a:r>
          </a:p>
        </p:txBody>
      </p:sp>
      <p:sp>
        <p:nvSpPr>
          <p:cNvPr id="8" name="pill-Context">
            <a:extLst xmlns:a="http://schemas.openxmlformats.org/drawingml/2006/main">
              <a:ext uri="{FF2B5EF4-FFF2-40B4-BE49-F238E27FC236}">
                <a16:creationId xmlns:a16="http://schemas.microsoft.com/office/drawing/2014/main" id="{7BF5A057-CE4D-430F-9931-E57FC0C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pill-text-Context">
            <a:extLst xmlns:a="http://schemas.openxmlformats.org/drawingml/2006/main">
              <a:ext uri="{FF2B5EF4-FFF2-40B4-BE49-F238E27FC236}">
                <a16:creationId xmlns:a16="http://schemas.microsoft.com/office/drawing/2014/main" id="{4776C2CE-C4F0-48A1-A374-DC3905F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Context</a:t>
            </a:r>
          </a:p>
        </p:txBody>
      </p:sp>
      <p:sp>
        <p:nvSpPr>
          <p:cNvPr id="10" name="pill-Generate">
            <a:extLst xmlns:a="http://schemas.openxmlformats.org/drawingml/2006/main">
              <a:ext uri="{FF2B5EF4-FFF2-40B4-BE49-F238E27FC236}">
                <a16:creationId xmlns:a16="http://schemas.microsoft.com/office/drawing/2014/main" id="{6C83C360-4D33-441E-A5FA-3D134392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1" name="pill-text-Generate">
            <a:extLst xmlns:a="http://schemas.openxmlformats.org/drawingml/2006/main">
              <a:ext uri="{FF2B5EF4-FFF2-40B4-BE49-F238E27FC236}">
                <a16:creationId xmlns:a16="http://schemas.microsoft.com/office/drawing/2014/main" id="{9003802B-FC6C-4368-B06D-9013E5CA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Generate</a:t>
            </a:r>
          </a:p>
        </p:txBody>
      </p:sp>
      <p:sp>
        <p:nvSpPr>
          <p:cNvPr id="12" name="pill-Publish">
            <a:extLst xmlns:a="http://schemas.openxmlformats.org/drawingml/2006/main">
              <a:ext uri="{FF2B5EF4-FFF2-40B4-BE49-F238E27FC236}">
                <a16:creationId xmlns:a16="http://schemas.microsoft.com/office/drawing/2014/main" id="{705BFDDD-1098-405E-8612-02907A55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pill-text-Publish">
            <a:extLst xmlns:a="http://schemas.openxmlformats.org/drawingml/2006/main">
              <a:ext uri="{FF2B5EF4-FFF2-40B4-BE49-F238E27FC236}">
                <a16:creationId xmlns:a16="http://schemas.microsoft.com/office/drawing/2014/main" id="{1B19ABD4-0AE9-4610-B129-DA2F452E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Publish</a:t>
            </a:r>
          </a:p>
        </p:txBody>
      </p:sp>
      <p:sp>
        <p:nvSpPr>
          <p:cNvPr id="14" name="pill-Test">
            <a:extLst xmlns:a="http://schemas.openxmlformats.org/drawingml/2006/main">
              <a:ext uri="{FF2B5EF4-FFF2-40B4-BE49-F238E27FC236}">
                <a16:creationId xmlns:a16="http://schemas.microsoft.com/office/drawing/2014/main" id="{EA3F1E56-CA14-42E5-942C-4C05A4C2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pill-text-Test">
            <a:extLst xmlns:a="http://schemas.openxmlformats.org/drawingml/2006/main">
              <a:ext uri="{FF2B5EF4-FFF2-40B4-BE49-F238E27FC236}">
                <a16:creationId xmlns:a16="http://schemas.microsoft.com/office/drawing/2014/main" id="{2B1B8E09-51AF-49FB-8A2C-201DFD49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Test</a:t>
            </a:r>
          </a:p>
        </p:txBody>
      </p:sp>
      <p:sp>
        <p:nvSpPr>
          <p:cNvPr id="16" name="pill-Result">
            <a:extLst xmlns:a="http://schemas.openxmlformats.org/drawingml/2006/main">
              <a:ext uri="{FF2B5EF4-FFF2-40B4-BE49-F238E27FC236}">
                <a16:creationId xmlns:a16="http://schemas.microsoft.com/office/drawing/2014/main" id="{1AEC9170-7E74-475B-AE09-5B0322C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pill-text-Result">
            <a:extLst xmlns:a="http://schemas.openxmlformats.org/drawingml/2006/main">
              <a:ext uri="{FF2B5EF4-FFF2-40B4-BE49-F238E27FC236}">
                <a16:creationId xmlns:a16="http://schemas.microsoft.com/office/drawing/2014/main" id="{1286E486-66E4-4966-858F-D0326B06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Result</a:t>
            </a:r>
          </a:p>
        </p:txBody>
      </p:sp>
      <p:sp>
        <p:nvSpPr>
          <p:cNvPr id="18" name="context-banner">
            <a:extLst xmlns:a="http://schemas.openxmlformats.org/drawingml/2006/main">
              <a:ext uri="{FF2B5EF4-FFF2-40B4-BE49-F238E27FC236}">
                <a16:creationId xmlns:a16="http://schemas.microsoft.com/office/drawing/2014/main" id="{CEFA88BD-0E2C-4A49-82E1-C09C2F7E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061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F2695E-046F-4A1A-BB1E-9944CCE5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  Customer Service Request  |  intent: service request intake  |  source: template</a:t>
            </a:r>
          </a:p>
        </p:txBody>
      </p:sp>
      <p:sp>
        <p:nvSpPr>
          <p:cNvPr id="20" name="pill-Name">
            <a:extLst xmlns:a="http://schemas.openxmlformats.org/drawingml/2006/main">
              <a:ext uri="{FF2B5EF4-FFF2-40B4-BE49-F238E27FC236}">
                <a16:creationId xmlns:a16="http://schemas.microsoft.com/office/drawing/2014/main" id="{A571DA5B-CCEF-4128-9886-EAEE67FE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628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pill-text-Name">
            <a:extLst xmlns:a="http://schemas.openxmlformats.org/drawingml/2006/main">
              <a:ext uri="{FF2B5EF4-FFF2-40B4-BE49-F238E27FC236}">
                <a16:creationId xmlns:a16="http://schemas.microsoft.com/office/drawing/2014/main" id="{9D520BE5-C2EC-4B3E-9931-5BD4DE69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85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Name</a:t>
            </a:r>
          </a:p>
        </p:txBody>
      </p:sp>
      <p:sp>
        <p:nvSpPr>
          <p:cNvPr id="22" name="pill-Request type">
            <a:extLst xmlns:a="http://schemas.openxmlformats.org/drawingml/2006/main">
              <a:ext uri="{FF2B5EF4-FFF2-40B4-BE49-F238E27FC236}">
                <a16:creationId xmlns:a16="http://schemas.microsoft.com/office/drawing/2014/main" id="{CC884DF5-5624-4863-A18C-2F55CE8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10287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pill-text-Request type">
            <a:extLst xmlns:a="http://schemas.openxmlformats.org/drawingml/2006/main">
              <a:ext uri="{FF2B5EF4-FFF2-40B4-BE49-F238E27FC236}">
                <a16:creationId xmlns:a16="http://schemas.microsoft.com/office/drawing/2014/main" id="{5AD05871-7FB4-44A3-966D-CC553AA0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Request type</a:t>
            </a:r>
          </a:p>
        </p:txBody>
      </p:sp>
      <p:sp>
        <p:nvSpPr>
          <p:cNvPr id="24" name="pill-Details">
            <a:extLst xmlns:a="http://schemas.openxmlformats.org/drawingml/2006/main">
              <a:ext uri="{FF2B5EF4-FFF2-40B4-BE49-F238E27FC236}">
                <a16:creationId xmlns:a16="http://schemas.microsoft.com/office/drawing/2014/main" id="{EF9207F2-2CF2-4A0E-8A62-BB0209F0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2880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pill-text-Details">
            <a:extLst xmlns:a="http://schemas.openxmlformats.org/drawingml/2006/main">
              <a:ext uri="{FF2B5EF4-FFF2-40B4-BE49-F238E27FC236}">
                <a16:creationId xmlns:a16="http://schemas.microsoft.com/office/drawing/2014/main" id="{EFEE8F70-3ABA-4CF6-9830-0C9F8296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859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Details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083CB6B-8CAB-483F-97D8-AF667DFB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764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D5"/>
                </a:solidFill>
              </a:defRPr>
            </a:pPr>
            <a:r>
              <a:rPr sz="900" b="1">
                <a:solidFill>
                  <a:srgbClr val="3157D5"/>
                </a:solidFill>
              </a:rPr>
              <a:t>Change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774B131C-D294-4494-B985-0EA3B948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248650" cy="33909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2C78B1C-106F-4165-B490-D410B6D1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Customer Service Request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76EEA76-7945-40F9-99CA-C27D476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 fields  |  Single-question flow  |  Draft saved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1913CCA6-FA00-4E8F-83AF-43607C9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52800"/>
            <a:ext cx="4381500" cy="20193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pill-1 / 8">
            <a:extLst xmlns:a="http://schemas.openxmlformats.org/drawingml/2006/main">
              <a:ext uri="{FF2B5EF4-FFF2-40B4-BE49-F238E27FC236}">
                <a16:creationId xmlns:a16="http://schemas.microsoft.com/office/drawing/2014/main" id="{6CAD065B-E0B1-4F2A-92F6-D531DC37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5524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pill-text-1 / 8">
            <a:extLst xmlns:a="http://schemas.openxmlformats.org/drawingml/2006/main">
              <a:ext uri="{FF2B5EF4-FFF2-40B4-BE49-F238E27FC236}">
                <a16:creationId xmlns:a16="http://schemas.microsoft.com/office/drawing/2014/main" id="{FEF299D3-268E-43BD-88BF-36E682A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 / 8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75E2CC1-DB2A-4C4E-8AC5-924241E9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67150"/>
            <a:ext cx="3771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What is your name?</a:t>
            </a:r>
          </a:p>
        </p:txBody>
      </p:sp>
      <p:sp>
        <p:nvSpPr>
          <p:cNvPr id="34" name="field-What is your name?">
            <a:extLst xmlns:a="http://schemas.openxmlformats.org/drawingml/2006/main">
              <a:ext uri="{FF2B5EF4-FFF2-40B4-BE49-F238E27FC236}">
                <a16:creationId xmlns:a16="http://schemas.microsoft.com/office/drawing/2014/main" id="{18BFAF23-B12A-48E3-AA1B-24253B2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37719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FEF03E9-43D4-4514-8CBA-8770B4E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00525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Jane Smith</a:t>
            </a:r>
          </a:p>
        </p:txBody>
      </p:sp>
      <p:sp>
        <p:nvSpPr>
          <p:cNvPr id="36" name="button-Next">
            <a:extLst xmlns:a="http://schemas.openxmlformats.org/drawingml/2006/main">
              <a:ext uri="{FF2B5EF4-FFF2-40B4-BE49-F238E27FC236}">
                <a16:creationId xmlns:a16="http://schemas.microsoft.com/office/drawing/2014/main" id="{9C1FF2F4-0DC1-4EF6-81A4-935124A7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81550"/>
            <a:ext cx="13906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button-text-Next">
            <a:extLst xmlns:a="http://schemas.openxmlformats.org/drawingml/2006/main">
              <a:ext uri="{FF2B5EF4-FFF2-40B4-BE49-F238E27FC236}">
                <a16:creationId xmlns:a16="http://schemas.microsoft.com/office/drawing/2014/main" id="{EF94CEB0-B898-4CF9-B73A-839B936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68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Next</a:t>
            </a:r>
          </a:p>
        </p:txBody>
      </p:sp>
      <p:sp>
        <p:nvSpPr>
          <p:cNvPr id="38" name="action-rail">
            <a:extLst xmlns:a="http://schemas.openxmlformats.org/drawingml/2006/main">
              <a:ext uri="{FF2B5EF4-FFF2-40B4-BE49-F238E27FC236}">
                <a16:creationId xmlns:a16="http://schemas.microsoft.com/office/drawing/2014/main" id="{1A487938-B502-44F1-93CC-5E57AC30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2038350" cy="33909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328A050-1E25-42B0-8030-220165FD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ACTION RAIL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586F675-2ABB-47CD-B5BE-85FF6AFC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Draft ready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6AB1698D-F637-4114-BE8A-C5A19AA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button-Publish form">
            <a:extLst xmlns:a="http://schemas.openxmlformats.org/drawingml/2006/main">
              <a:ext uri="{FF2B5EF4-FFF2-40B4-BE49-F238E27FC236}">
                <a16:creationId xmlns:a16="http://schemas.microsoft.com/office/drawing/2014/main" id="{CFAE1C0E-33AD-4CE2-837D-20D59677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676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43" name="button-text-Publish form">
            <a:extLst xmlns:a="http://schemas.openxmlformats.org/drawingml/2006/main">
              <a:ext uri="{FF2B5EF4-FFF2-40B4-BE49-F238E27FC236}">
                <a16:creationId xmlns:a16="http://schemas.microsoft.com/office/drawing/2014/main" id="{9C47C35E-5BFB-4E61-93C5-C6C01F39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Publish form</a:t>
            </a:r>
          </a:p>
        </p:txBody>
      </p:sp>
      <p:sp>
        <p:nvSpPr>
          <p:cNvPr id="44" name="button-Preview">
            <a:extLst xmlns:a="http://schemas.openxmlformats.org/drawingml/2006/main">
              <a:ext uri="{FF2B5EF4-FFF2-40B4-BE49-F238E27FC236}">
                <a16:creationId xmlns:a16="http://schemas.microsoft.com/office/drawing/2014/main" id="{4F34A8F5-0F6C-4BF4-AD40-717109B3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52900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button-text-Preview">
            <a:extLst xmlns:a="http://schemas.openxmlformats.org/drawingml/2006/main">
              <a:ext uri="{FF2B5EF4-FFF2-40B4-BE49-F238E27FC236}">
                <a16:creationId xmlns:a16="http://schemas.microsoft.com/office/drawing/2014/main" id="{72F9FEBA-CD65-41EC-8720-B0BC4BB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Preview</a:t>
            </a:r>
          </a:p>
        </p:txBody>
      </p:sp>
      <p:sp>
        <p:nvSpPr>
          <p:cNvPr id="46" name="button-Save draft">
            <a:extLst xmlns:a="http://schemas.openxmlformats.org/drawingml/2006/main">
              <a:ext uri="{FF2B5EF4-FFF2-40B4-BE49-F238E27FC236}">
                <a16:creationId xmlns:a16="http://schemas.microsoft.com/office/drawing/2014/main" id="{0F37F336-11CC-47AB-9BE0-1D1F85CC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62475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7" name="button-text-Save draft">
            <a:extLst xmlns:a="http://schemas.openxmlformats.org/drawingml/2006/main">
              <a:ext uri="{FF2B5EF4-FFF2-40B4-BE49-F238E27FC236}">
                <a16:creationId xmlns:a16="http://schemas.microsoft.com/office/drawing/2014/main" id="{17D928CF-9AB8-400A-8FC2-5953161D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38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Save draft</a:t>
            </a:r>
          </a:p>
        </p:txBody>
      </p:sp>
      <p:sp>
        <p:nvSpPr>
          <p:cNvPr id="48" name="button-Edit fields">
            <a:extLst xmlns:a="http://schemas.openxmlformats.org/drawingml/2006/main">
              <a:ext uri="{FF2B5EF4-FFF2-40B4-BE49-F238E27FC236}">
                <a16:creationId xmlns:a16="http://schemas.microsoft.com/office/drawing/2014/main" id="{AE8A5B59-37F8-4B10-8D7F-9F752549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72050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9" name="button-text-Edit fields">
            <a:extLst xmlns:a="http://schemas.openxmlformats.org/drawingml/2006/main">
              <a:ext uri="{FF2B5EF4-FFF2-40B4-BE49-F238E27FC236}">
                <a16:creationId xmlns:a16="http://schemas.microsoft.com/office/drawing/2014/main" id="{789C895B-3E09-4E28-B0CA-A9761140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Edit fields</a:t>
            </a:r>
          </a:p>
        </p:txBody>
      </p:sp>
      <p:sp>
        <p:nvSpPr>
          <p:cNvPr id="50" name="button-Advanced settings">
            <a:extLst xmlns:a="http://schemas.openxmlformats.org/drawingml/2006/main">
              <a:ext uri="{FF2B5EF4-FFF2-40B4-BE49-F238E27FC236}">
                <a16:creationId xmlns:a16="http://schemas.microsoft.com/office/drawing/2014/main" id="{0D0A5CE3-A569-4231-B898-AFA44B90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81625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1" name="button-text-Advanced settings">
            <a:extLst xmlns:a="http://schemas.openxmlformats.org/drawingml/2006/main">
              <a:ext uri="{FF2B5EF4-FFF2-40B4-BE49-F238E27FC236}">
                <a16:creationId xmlns:a16="http://schemas.microsoft.com/office/drawing/2014/main" id="{F0E218C9-196A-4409-BD37-B2EC6157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578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Advanced settings</a:t>
            </a:r>
          </a:p>
        </p:txBody>
      </p:sp>
    </p:spTree>
    <p:extLst>
      <p:ext uri="{BB962C8B-B14F-4D97-AF65-F5344CB8AC3E}">
        <p14:creationId xmlns:p14="http://schemas.microsoft.com/office/powerpoint/2010/main" val="1899353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29EE669-1E02-4E29-8342-D2E58F89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DESKTOP 3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2EC9DB-C44E-4CAD-8086-92FF8CF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Publish success starts with the public link and the free test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BC75D5-F293-44DC-885C-ACFB4AF8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04</a:t>
            </a:r>
          </a:p>
        </p:txBody>
      </p:sp>
      <p:sp>
        <p:nvSpPr>
          <p:cNvPr id="4" name="desktop-browser">
            <a:extLst xmlns:a="http://schemas.openxmlformats.org/drawingml/2006/main">
              <a:ext uri="{FF2B5EF4-FFF2-40B4-BE49-F238E27FC236}">
                <a16:creationId xmlns:a16="http://schemas.microsoft.com/office/drawing/2014/main" id="{5FC0CC30-0C10-4B43-95E3-429948AA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086350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desktop-topbar">
            <a:extLst xmlns:a="http://schemas.openxmlformats.org/drawingml/2006/main">
              <a:ext uri="{FF2B5EF4-FFF2-40B4-BE49-F238E27FC236}">
                <a16:creationId xmlns:a16="http://schemas.microsoft.com/office/drawing/2014/main" id="{F31D43C3-62B8-4F38-AC82-A5DD32AE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45C293-FFE5-4577-8EED-68F00E47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F5815A-4BF1-43F8-953D-B496059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Published</a:t>
            </a:r>
          </a:p>
        </p:txBody>
      </p:sp>
      <p:sp>
        <p:nvSpPr>
          <p:cNvPr id="8" name="pill-Context">
            <a:extLst xmlns:a="http://schemas.openxmlformats.org/drawingml/2006/main">
              <a:ext uri="{FF2B5EF4-FFF2-40B4-BE49-F238E27FC236}">
                <a16:creationId xmlns:a16="http://schemas.microsoft.com/office/drawing/2014/main" id="{979F5733-E98E-4353-8F5F-FB7988D8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pill-text-Context">
            <a:extLst xmlns:a="http://schemas.openxmlformats.org/drawingml/2006/main">
              <a:ext uri="{FF2B5EF4-FFF2-40B4-BE49-F238E27FC236}">
                <a16:creationId xmlns:a16="http://schemas.microsoft.com/office/drawing/2014/main" id="{5B4AD368-3D44-4305-9BF3-A1B4D904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Context</a:t>
            </a:r>
          </a:p>
        </p:txBody>
      </p:sp>
      <p:sp>
        <p:nvSpPr>
          <p:cNvPr id="10" name="pill-Generate">
            <a:extLst xmlns:a="http://schemas.openxmlformats.org/drawingml/2006/main">
              <a:ext uri="{FF2B5EF4-FFF2-40B4-BE49-F238E27FC236}">
                <a16:creationId xmlns:a16="http://schemas.microsoft.com/office/drawing/2014/main" id="{959BB0C4-4004-4912-BC18-177E578C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pill-text-Generate">
            <a:extLst xmlns:a="http://schemas.openxmlformats.org/drawingml/2006/main">
              <a:ext uri="{FF2B5EF4-FFF2-40B4-BE49-F238E27FC236}">
                <a16:creationId xmlns:a16="http://schemas.microsoft.com/office/drawing/2014/main" id="{45733299-776E-40A0-BCDA-7693AC99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Generate</a:t>
            </a:r>
          </a:p>
        </p:txBody>
      </p:sp>
      <p:sp>
        <p:nvSpPr>
          <p:cNvPr id="12" name="pill-Publish">
            <a:extLst xmlns:a="http://schemas.openxmlformats.org/drawingml/2006/main">
              <a:ext uri="{FF2B5EF4-FFF2-40B4-BE49-F238E27FC236}">
                <a16:creationId xmlns:a16="http://schemas.microsoft.com/office/drawing/2014/main" id="{2888220D-C031-419A-B347-E9F0C89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3" name="pill-text-Publish">
            <a:extLst xmlns:a="http://schemas.openxmlformats.org/drawingml/2006/main">
              <a:ext uri="{FF2B5EF4-FFF2-40B4-BE49-F238E27FC236}">
                <a16:creationId xmlns:a16="http://schemas.microsoft.com/office/drawing/2014/main" id="{D70898BC-6F68-4B8D-97C0-F79E691F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Publish</a:t>
            </a:r>
          </a:p>
        </p:txBody>
      </p:sp>
      <p:sp>
        <p:nvSpPr>
          <p:cNvPr id="14" name="pill-Test">
            <a:extLst xmlns:a="http://schemas.openxmlformats.org/drawingml/2006/main">
              <a:ext uri="{FF2B5EF4-FFF2-40B4-BE49-F238E27FC236}">
                <a16:creationId xmlns:a16="http://schemas.microsoft.com/office/drawing/2014/main" id="{5E298351-AA9A-4C53-A4D6-848AE7AE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pill-text-Test">
            <a:extLst xmlns:a="http://schemas.openxmlformats.org/drawingml/2006/main">
              <a:ext uri="{FF2B5EF4-FFF2-40B4-BE49-F238E27FC236}">
                <a16:creationId xmlns:a16="http://schemas.microsoft.com/office/drawing/2014/main" id="{B5D75D65-1907-4BC7-9C36-F82E1CB4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Test</a:t>
            </a:r>
          </a:p>
        </p:txBody>
      </p:sp>
      <p:sp>
        <p:nvSpPr>
          <p:cNvPr id="16" name="pill-Result">
            <a:extLst xmlns:a="http://schemas.openxmlformats.org/drawingml/2006/main">
              <a:ext uri="{FF2B5EF4-FFF2-40B4-BE49-F238E27FC236}">
                <a16:creationId xmlns:a16="http://schemas.microsoft.com/office/drawing/2014/main" id="{6D7ED89E-24BC-4385-BC05-908DF9C5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pill-text-Result">
            <a:extLst xmlns:a="http://schemas.openxmlformats.org/drawingml/2006/main">
              <a:ext uri="{FF2B5EF4-FFF2-40B4-BE49-F238E27FC236}">
                <a16:creationId xmlns:a16="http://schemas.microsoft.com/office/drawing/2014/main" id="{751DC49E-409B-4A3F-962B-3C7EE5A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Result</a:t>
            </a:r>
          </a:p>
        </p:txBody>
      </p:sp>
      <p:sp>
        <p:nvSpPr>
          <p:cNvPr id="18" name="context-banner">
            <a:extLst xmlns:a="http://schemas.openxmlformats.org/drawingml/2006/main">
              <a:ext uri="{FF2B5EF4-FFF2-40B4-BE49-F238E27FC236}">
                <a16:creationId xmlns:a16="http://schemas.microsoft.com/office/drawing/2014/main" id="{00454AC4-32AE-4289-955C-6C4894FC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061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BAAC33A-BF9C-4A06-A6DB-2BAAFED0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  Customer Service Request  |  intent: service request intake  |  source: template</a:t>
            </a:r>
          </a:p>
        </p:txBody>
      </p:sp>
      <p:sp>
        <p:nvSpPr>
          <p:cNvPr id="20" name="pill-Name">
            <a:extLst xmlns:a="http://schemas.openxmlformats.org/drawingml/2006/main">
              <a:ext uri="{FF2B5EF4-FFF2-40B4-BE49-F238E27FC236}">
                <a16:creationId xmlns:a16="http://schemas.microsoft.com/office/drawing/2014/main" id="{1067829C-826E-4303-901B-7A665E57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628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pill-text-Name">
            <a:extLst xmlns:a="http://schemas.openxmlformats.org/drawingml/2006/main">
              <a:ext uri="{FF2B5EF4-FFF2-40B4-BE49-F238E27FC236}">
                <a16:creationId xmlns:a16="http://schemas.microsoft.com/office/drawing/2014/main" id="{68D4307F-2E70-427F-B245-5C0D4456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85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Name</a:t>
            </a:r>
          </a:p>
        </p:txBody>
      </p:sp>
      <p:sp>
        <p:nvSpPr>
          <p:cNvPr id="22" name="pill-Request type">
            <a:extLst xmlns:a="http://schemas.openxmlformats.org/drawingml/2006/main">
              <a:ext uri="{FF2B5EF4-FFF2-40B4-BE49-F238E27FC236}">
                <a16:creationId xmlns:a16="http://schemas.microsoft.com/office/drawing/2014/main" id="{C33DDFAB-F13B-453F-A817-02CF3BD2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10287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pill-text-Request type">
            <a:extLst xmlns:a="http://schemas.openxmlformats.org/drawingml/2006/main">
              <a:ext uri="{FF2B5EF4-FFF2-40B4-BE49-F238E27FC236}">
                <a16:creationId xmlns:a16="http://schemas.microsoft.com/office/drawing/2014/main" id="{BBA70218-38A2-47EA-8AB8-482C8127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Request type</a:t>
            </a:r>
          </a:p>
        </p:txBody>
      </p:sp>
      <p:sp>
        <p:nvSpPr>
          <p:cNvPr id="24" name="pill-Details">
            <a:extLst xmlns:a="http://schemas.openxmlformats.org/drawingml/2006/main">
              <a:ext uri="{FF2B5EF4-FFF2-40B4-BE49-F238E27FC236}">
                <a16:creationId xmlns:a16="http://schemas.microsoft.com/office/drawing/2014/main" id="{017011D3-F344-4DE5-9A6B-3FE5170E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2880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pill-text-Details">
            <a:extLst xmlns:a="http://schemas.openxmlformats.org/drawingml/2006/main">
              <a:ext uri="{FF2B5EF4-FFF2-40B4-BE49-F238E27FC236}">
                <a16:creationId xmlns:a16="http://schemas.microsoft.com/office/drawing/2014/main" id="{80D7B63C-8613-4518-9A8D-B21C3D9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859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Details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5C7E802-5F0D-40D8-B3EE-F0EADFE4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764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D5"/>
                </a:solidFill>
              </a:defRPr>
            </a:pPr>
            <a:r>
              <a:rPr sz="900" b="1">
                <a:solidFill>
                  <a:srgbClr val="3157D5"/>
                </a:solidFill>
              </a:rPr>
              <a:t>Change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65C46DAC-FF13-4FF6-A0F2-D9A69D96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248650" cy="33909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pill-Published">
            <a:extLst xmlns:a="http://schemas.openxmlformats.org/drawingml/2006/main">
              <a:ext uri="{FF2B5EF4-FFF2-40B4-BE49-F238E27FC236}">
                <a16:creationId xmlns:a16="http://schemas.microsoft.com/office/drawing/2014/main" id="{11A67DEE-3814-43F7-B269-7CD08EA5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8763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29" name="pill-text-Published">
            <a:extLst xmlns:a="http://schemas.openxmlformats.org/drawingml/2006/main">
              <a:ext uri="{FF2B5EF4-FFF2-40B4-BE49-F238E27FC236}">
                <a16:creationId xmlns:a16="http://schemas.microsoft.com/office/drawing/2014/main" id="{EE04991F-EF71-45B8-AFF4-045A8609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7647"/>
                </a:solidFill>
              </a:defRPr>
            </a:pPr>
            <a:r>
              <a:rPr sz="825" b="1">
                <a:solidFill>
                  <a:srgbClr val="067647"/>
                </a:solidFill>
              </a:rPr>
              <a:t>Published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0A149B1-92C1-4D3B-924C-F4483B7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Your form is live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6FF778C-D82C-4D79-82F6-0EAD5C21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genforms.ai/f/csr-8H2K</a:t>
            </a:r>
          </a:p>
        </p:txBody>
      </p:sp>
      <p:sp>
        <p:nvSpPr>
          <p:cNvPr id="32" name="button-Copy">
            <a:extLst xmlns:a="http://schemas.openxmlformats.org/drawingml/2006/main">
              <a:ext uri="{FF2B5EF4-FFF2-40B4-BE49-F238E27FC236}">
                <a16:creationId xmlns:a16="http://schemas.microsoft.com/office/drawing/2014/main" id="{8DA20418-BB8E-46F3-9359-9E29858C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047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button-text-Copy">
            <a:extLst xmlns:a="http://schemas.openxmlformats.org/drawingml/2006/main">
              <a:ext uri="{FF2B5EF4-FFF2-40B4-BE49-F238E27FC236}">
                <a16:creationId xmlns:a16="http://schemas.microsoft.com/office/drawing/2014/main" id="{99F86817-ABA8-45A7-BB4C-5A59DAF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Copy</a:t>
            </a:r>
          </a:p>
        </p:txBody>
      </p:sp>
      <p:sp>
        <p:nvSpPr>
          <p:cNvPr id="34" name="button-Open">
            <a:extLst xmlns:a="http://schemas.openxmlformats.org/drawingml/2006/main">
              <a:ext uri="{FF2B5EF4-FFF2-40B4-BE49-F238E27FC236}">
                <a16:creationId xmlns:a16="http://schemas.microsoft.com/office/drawing/2014/main" id="{5C877E48-B645-45E2-ACF2-E2F6CBF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1047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button-text-Open">
            <a:extLst xmlns:a="http://schemas.openxmlformats.org/drawingml/2006/main">
              <a:ext uri="{FF2B5EF4-FFF2-40B4-BE49-F238E27FC236}">
                <a16:creationId xmlns:a16="http://schemas.microsoft.com/office/drawing/2014/main" id="{1573C30B-DC67-4BED-B7E3-45DBB36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Open</a:t>
            </a:r>
          </a:p>
        </p:txBody>
      </p:sp>
      <p:sp>
        <p:nvSpPr>
          <p:cNvPr id="36" name="button-QR">
            <a:extLst xmlns:a="http://schemas.openxmlformats.org/drawingml/2006/main">
              <a:ext uri="{FF2B5EF4-FFF2-40B4-BE49-F238E27FC236}">
                <a16:creationId xmlns:a16="http://schemas.microsoft.com/office/drawing/2014/main" id="{027DF4F9-41CD-4110-858E-62801EA6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1047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button-text-QR">
            <a:extLst xmlns:a="http://schemas.openxmlformats.org/drawingml/2006/main">
              <a:ext uri="{FF2B5EF4-FFF2-40B4-BE49-F238E27FC236}">
                <a16:creationId xmlns:a16="http://schemas.microsoft.com/office/drawing/2014/main" id="{2361C3E8-1160-42BB-8454-6F1BBA15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052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QR</a:t>
            </a:r>
          </a:p>
        </p:txBody>
      </p:sp>
      <p:sp>
        <p:nvSpPr>
          <p:cNvPr id="38" name="button-WhatsApp">
            <a:extLst xmlns:a="http://schemas.openxmlformats.org/drawingml/2006/main">
              <a:ext uri="{FF2B5EF4-FFF2-40B4-BE49-F238E27FC236}">
                <a16:creationId xmlns:a16="http://schemas.microsoft.com/office/drawing/2014/main" id="{F82A5AD3-1A0F-4533-AB35-F0CC0998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1333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button-text-WhatsApp">
            <a:extLst xmlns:a="http://schemas.openxmlformats.org/drawingml/2006/main">
              <a:ext uri="{FF2B5EF4-FFF2-40B4-BE49-F238E27FC236}">
                <a16:creationId xmlns:a16="http://schemas.microsoft.com/office/drawing/2014/main" id="{44BFD5CC-A417-4384-89F1-8C7251B8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052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WhatsApp</a:t>
            </a:r>
          </a:p>
        </p:txBody>
      </p:sp>
      <p:sp>
        <p:nvSpPr>
          <p:cNvPr id="40" name="note">
            <a:extLst xmlns:a="http://schemas.openxmlformats.org/drawingml/2006/main">
              <a:ext uri="{FF2B5EF4-FFF2-40B4-BE49-F238E27FC236}">
                <a16:creationId xmlns:a16="http://schemas.microsoft.com/office/drawing/2014/main" id="{FB8995C7-4200-4812-9398-E4C116F2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7067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</p:sp>
      <p:sp>
        <p:nvSpPr>
          <p:cNvPr id="41" name="note-text">
            <a:extLst xmlns:a="http://schemas.openxmlformats.org/drawingml/2006/main">
              <a:ext uri="{FF2B5EF4-FFF2-40B4-BE49-F238E27FC236}">
                <a16:creationId xmlns:a16="http://schemas.microsoft.com/office/drawing/2014/main" id="{FA175511-3281-4DBC-8DB8-A06D9DA8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683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4708"/>
                </a:solidFill>
              </a:defRPr>
            </a:pPr>
            <a:r>
              <a:rPr sz="1050" b="1">
                <a:solidFill>
                  <a:srgbClr val="B54708"/>
                </a:solidFill>
              </a:rPr>
              <a:t>WhatsApp shares the public link only. It is not an integration or notification channel.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01931CEC-F1CD-4255-A54A-015D3D41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2B3"/>
                </a:solidFill>
              </a:defRPr>
            </a:pPr>
            <a:r>
              <a:rPr sz="1050" b="0">
                <a:solidFill>
                  <a:srgbClr val="98A2B3"/>
                </a:solidFill>
              </a:rPr>
              <a:t>Readiness, history, integrations and logs continue below this first viewport.</a:t>
            </a:r>
          </a:p>
        </p:txBody>
      </p:sp>
      <p:sp>
        <p:nvSpPr>
          <p:cNvPr id="43" name="action-rail">
            <a:extLst xmlns:a="http://schemas.openxmlformats.org/drawingml/2006/main">
              <a:ext uri="{FF2B5EF4-FFF2-40B4-BE49-F238E27FC236}">
                <a16:creationId xmlns:a16="http://schemas.microsoft.com/office/drawing/2014/main" id="{6305C4DF-047C-4856-8308-88F39554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2038350" cy="33909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2456E5AF-E5B0-4666-8975-CF9BB591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ACTION RAIL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F1B12F6-8635-4EB9-BB98-FA6A8FA7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Published</a:t>
            </a:r>
          </a:p>
        </p:txBody>
      </p:sp>
      <p:sp>
        <p:nvSpPr>
          <p:cNvPr id="46" name="rule">
            <a:extLst xmlns:a="http://schemas.openxmlformats.org/drawingml/2006/main">
              <a:ext uri="{FF2B5EF4-FFF2-40B4-BE49-F238E27FC236}">
                <a16:creationId xmlns:a16="http://schemas.microsoft.com/office/drawing/2014/main" id="{0022ED76-69B9-4DBF-8767-A445A9D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7" name="button-Send free test">
            <a:extLst xmlns:a="http://schemas.openxmlformats.org/drawingml/2006/main">
              <a:ext uri="{FF2B5EF4-FFF2-40B4-BE49-F238E27FC236}">
                <a16:creationId xmlns:a16="http://schemas.microsoft.com/office/drawing/2014/main" id="{0B05D0D9-9F7B-4E05-A5A0-4E1DEF03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676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48" name="button-text-Send free test">
            <a:extLst xmlns:a="http://schemas.openxmlformats.org/drawingml/2006/main">
              <a:ext uri="{FF2B5EF4-FFF2-40B4-BE49-F238E27FC236}">
                <a16:creationId xmlns:a16="http://schemas.microsoft.com/office/drawing/2014/main" id="{1132C5D1-AB05-497C-AD3E-C89FC95F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Send free test</a:t>
            </a:r>
          </a:p>
        </p:txBody>
      </p:sp>
      <p:sp>
        <p:nvSpPr>
          <p:cNvPr id="49" name="button-Copy link">
            <a:extLst xmlns:a="http://schemas.openxmlformats.org/drawingml/2006/main">
              <a:ext uri="{FF2B5EF4-FFF2-40B4-BE49-F238E27FC236}">
                <a16:creationId xmlns:a16="http://schemas.microsoft.com/office/drawing/2014/main" id="{38EB5395-6CE4-47BF-9579-C8A72F17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52900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0" name="button-text-Copy link">
            <a:extLst xmlns:a="http://schemas.openxmlformats.org/drawingml/2006/main">
              <a:ext uri="{FF2B5EF4-FFF2-40B4-BE49-F238E27FC236}">
                <a16:creationId xmlns:a16="http://schemas.microsoft.com/office/drawing/2014/main" id="{16E3F2A8-D9B4-4F3E-ACAA-E055B53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Copy link</a:t>
            </a:r>
          </a:p>
        </p:txBody>
      </p:sp>
      <p:sp>
        <p:nvSpPr>
          <p:cNvPr id="51" name="button-Open public form">
            <a:extLst xmlns:a="http://schemas.openxmlformats.org/drawingml/2006/main">
              <a:ext uri="{FF2B5EF4-FFF2-40B4-BE49-F238E27FC236}">
                <a16:creationId xmlns:a16="http://schemas.microsoft.com/office/drawing/2014/main" id="{E26BC44F-F6AD-4BCC-A8CB-68BCAB5B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62475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2" name="button-text-Open public form">
            <a:extLst xmlns:a="http://schemas.openxmlformats.org/drawingml/2006/main">
              <a:ext uri="{FF2B5EF4-FFF2-40B4-BE49-F238E27FC236}">
                <a16:creationId xmlns:a16="http://schemas.microsoft.com/office/drawing/2014/main" id="{9ED554C6-5468-4564-85DF-1B67C5C7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38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Open public form</a:t>
            </a:r>
          </a:p>
        </p:txBody>
      </p:sp>
      <p:sp>
        <p:nvSpPr>
          <p:cNvPr id="53" name="button-Show QR">
            <a:extLst xmlns:a="http://schemas.openxmlformats.org/drawingml/2006/main">
              <a:ext uri="{FF2B5EF4-FFF2-40B4-BE49-F238E27FC236}">
                <a16:creationId xmlns:a16="http://schemas.microsoft.com/office/drawing/2014/main" id="{21DE6F31-E219-45CB-A3F7-B0093849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72050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4" name="button-text-Show QR">
            <a:extLst xmlns:a="http://schemas.openxmlformats.org/drawingml/2006/main">
              <a:ext uri="{FF2B5EF4-FFF2-40B4-BE49-F238E27FC236}">
                <a16:creationId xmlns:a16="http://schemas.microsoft.com/office/drawing/2014/main" id="{AB0DF4FB-607D-4362-A06F-9521EE17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Show QR</a:t>
            </a:r>
          </a:p>
        </p:txBody>
      </p:sp>
      <p:sp>
        <p:nvSpPr>
          <p:cNvPr id="55" name="button-Share on WhatsApp">
            <a:extLst xmlns:a="http://schemas.openxmlformats.org/drawingml/2006/main">
              <a:ext uri="{FF2B5EF4-FFF2-40B4-BE49-F238E27FC236}">
                <a16:creationId xmlns:a16="http://schemas.microsoft.com/office/drawing/2014/main" id="{11429D56-11A8-4C2A-9140-2AEBBAEF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81625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6" name="button-text-Share on WhatsApp">
            <a:extLst xmlns:a="http://schemas.openxmlformats.org/drawingml/2006/main">
              <a:ext uri="{FF2B5EF4-FFF2-40B4-BE49-F238E27FC236}">
                <a16:creationId xmlns:a16="http://schemas.microsoft.com/office/drawing/2014/main" id="{B4B83224-9D6D-4BEC-B644-F5072F49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578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Share on WhatsApp</a:t>
            </a:r>
          </a:p>
        </p:txBody>
      </p:sp>
    </p:spTree>
    <p:extLst>
      <p:ext uri="{BB962C8B-B14F-4D97-AF65-F5344CB8AC3E}">
        <p14:creationId xmlns:p14="http://schemas.microsoft.com/office/powerpoint/2010/main" val="1024626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FB965FB-6032-4297-9BAD-CDE3CE41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DESKTOP 4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283DEB-81A1-4915-9CB9-DA0C6D8E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Test mode states the product contract before submission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BEA071-265E-4DC5-96FC-9D19A517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05</a:t>
            </a:r>
          </a:p>
        </p:txBody>
      </p:sp>
      <p:sp>
        <p:nvSpPr>
          <p:cNvPr id="4" name="desktop-browser">
            <a:extLst xmlns:a="http://schemas.openxmlformats.org/drawingml/2006/main">
              <a:ext uri="{FF2B5EF4-FFF2-40B4-BE49-F238E27FC236}">
                <a16:creationId xmlns:a16="http://schemas.microsoft.com/office/drawing/2014/main" id="{F71891D8-E213-4837-9419-2DCEA601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086350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desktop-topbar">
            <a:extLst xmlns:a="http://schemas.openxmlformats.org/drawingml/2006/main">
              <a:ext uri="{FF2B5EF4-FFF2-40B4-BE49-F238E27FC236}">
                <a16:creationId xmlns:a16="http://schemas.microsoft.com/office/drawing/2014/main" id="{7908B852-ED98-4906-B365-9EDAE688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73E77E-5237-4199-8C80-027BB64C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746173-FD76-4EDB-9ED5-D1D8FD9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Test mode</a:t>
            </a:r>
          </a:p>
        </p:txBody>
      </p:sp>
      <p:sp>
        <p:nvSpPr>
          <p:cNvPr id="8" name="pill-Context">
            <a:extLst xmlns:a="http://schemas.openxmlformats.org/drawingml/2006/main">
              <a:ext uri="{FF2B5EF4-FFF2-40B4-BE49-F238E27FC236}">
                <a16:creationId xmlns:a16="http://schemas.microsoft.com/office/drawing/2014/main" id="{22A60549-F26D-4D41-B258-44419008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pill-text-Context">
            <a:extLst xmlns:a="http://schemas.openxmlformats.org/drawingml/2006/main">
              <a:ext uri="{FF2B5EF4-FFF2-40B4-BE49-F238E27FC236}">
                <a16:creationId xmlns:a16="http://schemas.microsoft.com/office/drawing/2014/main" id="{AFEFE2BC-6792-45C7-9323-85523F7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Context</a:t>
            </a:r>
          </a:p>
        </p:txBody>
      </p:sp>
      <p:sp>
        <p:nvSpPr>
          <p:cNvPr id="10" name="pill-Generate">
            <a:extLst xmlns:a="http://schemas.openxmlformats.org/drawingml/2006/main">
              <a:ext uri="{FF2B5EF4-FFF2-40B4-BE49-F238E27FC236}">
                <a16:creationId xmlns:a16="http://schemas.microsoft.com/office/drawing/2014/main" id="{9F6A9882-9C1F-47D2-9DBF-249A0AE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pill-text-Generate">
            <a:extLst xmlns:a="http://schemas.openxmlformats.org/drawingml/2006/main">
              <a:ext uri="{FF2B5EF4-FFF2-40B4-BE49-F238E27FC236}">
                <a16:creationId xmlns:a16="http://schemas.microsoft.com/office/drawing/2014/main" id="{BC972BA9-5B4F-455A-A769-1562046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Generate</a:t>
            </a:r>
          </a:p>
        </p:txBody>
      </p:sp>
      <p:sp>
        <p:nvSpPr>
          <p:cNvPr id="12" name="pill-Publish">
            <a:extLst xmlns:a="http://schemas.openxmlformats.org/drawingml/2006/main">
              <a:ext uri="{FF2B5EF4-FFF2-40B4-BE49-F238E27FC236}">
                <a16:creationId xmlns:a16="http://schemas.microsoft.com/office/drawing/2014/main" id="{A542B887-D22C-42B4-941D-38C57D97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pill-text-Publish">
            <a:extLst xmlns:a="http://schemas.openxmlformats.org/drawingml/2006/main">
              <a:ext uri="{FF2B5EF4-FFF2-40B4-BE49-F238E27FC236}">
                <a16:creationId xmlns:a16="http://schemas.microsoft.com/office/drawing/2014/main" id="{C8BE0830-609C-41EC-87B3-29FC5C32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Publish</a:t>
            </a:r>
          </a:p>
        </p:txBody>
      </p:sp>
      <p:sp>
        <p:nvSpPr>
          <p:cNvPr id="14" name="pill-Test">
            <a:extLst xmlns:a="http://schemas.openxmlformats.org/drawingml/2006/main">
              <a:ext uri="{FF2B5EF4-FFF2-40B4-BE49-F238E27FC236}">
                <a16:creationId xmlns:a16="http://schemas.microsoft.com/office/drawing/2014/main" id="{A4087A27-3592-433A-89F6-DB164613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5" name="pill-text-Test">
            <a:extLst xmlns:a="http://schemas.openxmlformats.org/drawingml/2006/main">
              <a:ext uri="{FF2B5EF4-FFF2-40B4-BE49-F238E27FC236}">
                <a16:creationId xmlns:a16="http://schemas.microsoft.com/office/drawing/2014/main" id="{EFF18675-D9E9-4D39-9664-563F5B0E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Test</a:t>
            </a:r>
          </a:p>
        </p:txBody>
      </p:sp>
      <p:sp>
        <p:nvSpPr>
          <p:cNvPr id="16" name="pill-Result">
            <a:extLst xmlns:a="http://schemas.openxmlformats.org/drawingml/2006/main">
              <a:ext uri="{FF2B5EF4-FFF2-40B4-BE49-F238E27FC236}">
                <a16:creationId xmlns:a16="http://schemas.microsoft.com/office/drawing/2014/main" id="{0EE6C374-1098-46B2-A2D7-D971096F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pill-text-Result">
            <a:extLst xmlns:a="http://schemas.openxmlformats.org/drawingml/2006/main">
              <a:ext uri="{FF2B5EF4-FFF2-40B4-BE49-F238E27FC236}">
                <a16:creationId xmlns:a16="http://schemas.microsoft.com/office/drawing/2014/main" id="{00E04B83-41E0-493A-AE9E-1599AAA4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Result</a:t>
            </a:r>
          </a:p>
        </p:txBody>
      </p:sp>
      <p:sp>
        <p:nvSpPr>
          <p:cNvPr id="18" name="context-banner">
            <a:extLst xmlns:a="http://schemas.openxmlformats.org/drawingml/2006/main">
              <a:ext uri="{FF2B5EF4-FFF2-40B4-BE49-F238E27FC236}">
                <a16:creationId xmlns:a16="http://schemas.microsoft.com/office/drawing/2014/main" id="{CF5992E4-FB54-46C7-940A-5A14327F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061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7BEFF7-B669-41D6-93B0-6408198C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  Customer Service Request  |  intent: service request intake  |  source: template</a:t>
            </a:r>
          </a:p>
        </p:txBody>
      </p:sp>
      <p:sp>
        <p:nvSpPr>
          <p:cNvPr id="20" name="pill-Name">
            <a:extLst xmlns:a="http://schemas.openxmlformats.org/drawingml/2006/main">
              <a:ext uri="{FF2B5EF4-FFF2-40B4-BE49-F238E27FC236}">
                <a16:creationId xmlns:a16="http://schemas.microsoft.com/office/drawing/2014/main" id="{09C7C557-3C25-4D17-8778-5E5C118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628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pill-text-Name">
            <a:extLst xmlns:a="http://schemas.openxmlformats.org/drawingml/2006/main">
              <a:ext uri="{FF2B5EF4-FFF2-40B4-BE49-F238E27FC236}">
                <a16:creationId xmlns:a16="http://schemas.microsoft.com/office/drawing/2014/main" id="{3470867B-4F14-4F78-BD3C-B708E7ED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85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Name</a:t>
            </a:r>
          </a:p>
        </p:txBody>
      </p:sp>
      <p:sp>
        <p:nvSpPr>
          <p:cNvPr id="22" name="pill-Request type">
            <a:extLst xmlns:a="http://schemas.openxmlformats.org/drawingml/2006/main">
              <a:ext uri="{FF2B5EF4-FFF2-40B4-BE49-F238E27FC236}">
                <a16:creationId xmlns:a16="http://schemas.microsoft.com/office/drawing/2014/main" id="{EA6AF700-A851-4564-962D-2D406C98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10287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pill-text-Request type">
            <a:extLst xmlns:a="http://schemas.openxmlformats.org/drawingml/2006/main">
              <a:ext uri="{FF2B5EF4-FFF2-40B4-BE49-F238E27FC236}">
                <a16:creationId xmlns:a16="http://schemas.microsoft.com/office/drawing/2014/main" id="{3329E3BA-AFEC-4390-94EB-ADF0A0D6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Request type</a:t>
            </a:r>
          </a:p>
        </p:txBody>
      </p:sp>
      <p:sp>
        <p:nvSpPr>
          <p:cNvPr id="24" name="pill-Details">
            <a:extLst xmlns:a="http://schemas.openxmlformats.org/drawingml/2006/main">
              <a:ext uri="{FF2B5EF4-FFF2-40B4-BE49-F238E27FC236}">
                <a16:creationId xmlns:a16="http://schemas.microsoft.com/office/drawing/2014/main" id="{97E9F315-7B71-4D62-AE8D-B6716B4E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2880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pill-text-Details">
            <a:extLst xmlns:a="http://schemas.openxmlformats.org/drawingml/2006/main">
              <a:ext uri="{FF2B5EF4-FFF2-40B4-BE49-F238E27FC236}">
                <a16:creationId xmlns:a16="http://schemas.microsoft.com/office/drawing/2014/main" id="{C88226B4-E518-4699-B54C-54E64A1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859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Details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73346CD-1AF3-4E5A-B6B5-DD7E0322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764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D5"/>
                </a:solidFill>
              </a:defRPr>
            </a:pPr>
            <a:r>
              <a:rPr sz="900" b="1">
                <a:solidFill>
                  <a:srgbClr val="3157D5"/>
                </a:solidFill>
              </a:rPr>
              <a:t>Change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EAD360EE-AA9A-4E3B-AA4E-1820FBF4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248650" cy="33909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7E67582A-896D-4335-B8D5-16D770FF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78295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32EFA2A-55D1-4401-88D5-F84DCAC0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4708"/>
                </a:solidFill>
              </a:defRPr>
            </a:pPr>
            <a:r>
              <a:rPr sz="975" b="1">
                <a:solidFill>
                  <a:srgbClr val="B54708"/>
                </a:solidFill>
              </a:rPr>
              <a:t>TEST MODE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BEEE264-E8A7-466A-8F8C-F3F571EA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  |  Saved to results  |  No email, Webhook, WhatsApp or external automation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FD4EF9D-330C-4384-9C51-3313BBF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Your name</a:t>
            </a:r>
          </a:p>
        </p:txBody>
      </p:sp>
      <p:sp>
        <p:nvSpPr>
          <p:cNvPr id="32" name="field-Your name">
            <a:extLst xmlns:a="http://schemas.openxmlformats.org/drawingml/2006/main">
              <a:ext uri="{FF2B5EF4-FFF2-40B4-BE49-F238E27FC236}">
                <a16:creationId xmlns:a16="http://schemas.microsoft.com/office/drawing/2014/main" id="{1F6CE322-C3E6-4A8E-8FC4-B8225818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2381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EC441E7-C713-4310-9A7D-E2DD019E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Mike Test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BB4B043-EF33-40BD-B289-DD27E155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Request type</a:t>
            </a:r>
          </a:p>
        </p:txBody>
      </p:sp>
      <p:sp>
        <p:nvSpPr>
          <p:cNvPr id="35" name="field-Request type">
            <a:extLst xmlns:a="http://schemas.openxmlformats.org/drawingml/2006/main">
              <a:ext uri="{FF2B5EF4-FFF2-40B4-BE49-F238E27FC236}">
                <a16:creationId xmlns:a16="http://schemas.microsoft.com/office/drawing/2014/main" id="{505EFA05-839A-4426-A0E3-18D33ED1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52850"/>
            <a:ext cx="2381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ED65EA0-ACB2-400A-98C1-641B3091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5762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Product question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CD46052-686E-4673-BB50-51E65808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497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Tell us what you need</a:t>
            </a:r>
          </a:p>
        </p:txBody>
      </p:sp>
      <p:sp>
        <p:nvSpPr>
          <p:cNvPr id="38" name="field-Tell us what you need">
            <a:extLst xmlns:a="http://schemas.openxmlformats.org/drawingml/2006/main">
              <a:ext uri="{FF2B5EF4-FFF2-40B4-BE49-F238E27FC236}">
                <a16:creationId xmlns:a16="http://schemas.microsoft.com/office/drawing/2014/main" id="{C8341DBF-3B86-4B3A-A414-0148797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4972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79A42A4-BD89-4D24-B6EA-056F9869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33925"/>
            <a:ext cx="474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This is a test response.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A5EB302-A572-46C4-9058-BE27E132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After submit, return directly to the saved result detail.</a:t>
            </a:r>
          </a:p>
        </p:txBody>
      </p:sp>
      <p:sp>
        <p:nvSpPr>
          <p:cNvPr id="41" name="action-rail">
            <a:extLst xmlns:a="http://schemas.openxmlformats.org/drawingml/2006/main">
              <a:ext uri="{FF2B5EF4-FFF2-40B4-BE49-F238E27FC236}">
                <a16:creationId xmlns:a16="http://schemas.microsoft.com/office/drawing/2014/main" id="{2AB9A9AB-ED97-4B0E-B76B-82D258DC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2038350" cy="33909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1D114FAF-5667-41FF-9341-E5F007AC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ACTION RAIL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F6EBECE-3307-41B5-BE4F-92DE0382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Testing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526ED66F-B2E4-48D2-AE51-60E998E7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button-Submit test response">
            <a:extLst xmlns:a="http://schemas.openxmlformats.org/drawingml/2006/main">
              <a:ext uri="{FF2B5EF4-FFF2-40B4-BE49-F238E27FC236}">
                <a16:creationId xmlns:a16="http://schemas.microsoft.com/office/drawing/2014/main" id="{3DBEFCB8-30FD-4808-9879-152B3E4C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676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46" name="button-text-Submit test response">
            <a:extLst xmlns:a="http://schemas.openxmlformats.org/drawingml/2006/main">
              <a:ext uri="{FF2B5EF4-FFF2-40B4-BE49-F238E27FC236}">
                <a16:creationId xmlns:a16="http://schemas.microsoft.com/office/drawing/2014/main" id="{9F08D16F-A970-43E4-8CB8-B8CB3662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Submit test response</a:t>
            </a:r>
          </a:p>
        </p:txBody>
      </p:sp>
      <p:sp>
        <p:nvSpPr>
          <p:cNvPr id="47" name="button-Exit test">
            <a:extLst xmlns:a="http://schemas.openxmlformats.org/drawingml/2006/main">
              <a:ext uri="{FF2B5EF4-FFF2-40B4-BE49-F238E27FC236}">
                <a16:creationId xmlns:a16="http://schemas.microsoft.com/office/drawing/2014/main" id="{5FAE09E0-7199-442B-8288-A8E4F3E7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52900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8" name="button-text-Exit test">
            <a:extLst xmlns:a="http://schemas.openxmlformats.org/drawingml/2006/main">
              <a:ext uri="{FF2B5EF4-FFF2-40B4-BE49-F238E27FC236}">
                <a16:creationId xmlns:a16="http://schemas.microsoft.com/office/drawing/2014/main" id="{95EE96A8-7C47-4F5B-9685-0996278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Exit test</a:t>
            </a:r>
          </a:p>
        </p:txBody>
      </p:sp>
    </p:spTree>
    <p:extLst>
      <p:ext uri="{BB962C8B-B14F-4D97-AF65-F5344CB8AC3E}">
        <p14:creationId xmlns:p14="http://schemas.microsoft.com/office/powerpoint/2010/main" val="2023136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B9F169F-FCF0-4F47-A218-8DD94455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DESKTOP 5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35BC95-2211-4DCE-98EB-73F5BDDA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The first saved result closes the loop and invites sharing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F3FF1D-C937-49A9-9E3E-D58D11A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06</a:t>
            </a:r>
          </a:p>
        </p:txBody>
      </p:sp>
      <p:sp>
        <p:nvSpPr>
          <p:cNvPr id="4" name="desktop-browser">
            <a:extLst xmlns:a="http://schemas.openxmlformats.org/drawingml/2006/main">
              <a:ext uri="{FF2B5EF4-FFF2-40B4-BE49-F238E27FC236}">
                <a16:creationId xmlns:a16="http://schemas.microsoft.com/office/drawing/2014/main" id="{AE1DFF8C-9CDD-4A7C-A16A-0E50C82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5086350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desktop-topbar">
            <a:extLst xmlns:a="http://schemas.openxmlformats.org/drawingml/2006/main">
              <a:ext uri="{FF2B5EF4-FFF2-40B4-BE49-F238E27FC236}">
                <a16:creationId xmlns:a16="http://schemas.microsoft.com/office/drawing/2014/main" id="{B2D44E98-710C-4C1F-B442-263DC672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D73650-E1B3-444F-B724-1D9A8BA1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351887-B9E9-4A07-B57D-10B5D56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First result</a:t>
            </a:r>
          </a:p>
        </p:txBody>
      </p:sp>
      <p:sp>
        <p:nvSpPr>
          <p:cNvPr id="8" name="pill-Context">
            <a:extLst xmlns:a="http://schemas.openxmlformats.org/drawingml/2006/main">
              <a:ext uri="{FF2B5EF4-FFF2-40B4-BE49-F238E27FC236}">
                <a16:creationId xmlns:a16="http://schemas.microsoft.com/office/drawing/2014/main" id="{B1894552-AAD5-4C90-A3A5-8DC7CFE2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pill-text-Context">
            <a:extLst xmlns:a="http://schemas.openxmlformats.org/drawingml/2006/main">
              <a:ext uri="{FF2B5EF4-FFF2-40B4-BE49-F238E27FC236}">
                <a16:creationId xmlns:a16="http://schemas.microsoft.com/office/drawing/2014/main" id="{85A08801-E69F-4A31-A23C-B5E13EB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Context</a:t>
            </a:r>
          </a:p>
        </p:txBody>
      </p:sp>
      <p:sp>
        <p:nvSpPr>
          <p:cNvPr id="10" name="pill-Generate">
            <a:extLst xmlns:a="http://schemas.openxmlformats.org/drawingml/2006/main">
              <a:ext uri="{FF2B5EF4-FFF2-40B4-BE49-F238E27FC236}">
                <a16:creationId xmlns:a16="http://schemas.microsoft.com/office/drawing/2014/main" id="{43461BA2-AB2C-4338-8487-A5947A1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pill-text-Generate">
            <a:extLst xmlns:a="http://schemas.openxmlformats.org/drawingml/2006/main">
              <a:ext uri="{FF2B5EF4-FFF2-40B4-BE49-F238E27FC236}">
                <a16:creationId xmlns:a16="http://schemas.microsoft.com/office/drawing/2014/main" id="{939185E2-86C4-4270-98B3-92A127E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Generate</a:t>
            </a:r>
          </a:p>
        </p:txBody>
      </p:sp>
      <p:sp>
        <p:nvSpPr>
          <p:cNvPr id="12" name="pill-Publish">
            <a:extLst xmlns:a="http://schemas.openxmlformats.org/drawingml/2006/main">
              <a:ext uri="{FF2B5EF4-FFF2-40B4-BE49-F238E27FC236}">
                <a16:creationId xmlns:a16="http://schemas.microsoft.com/office/drawing/2014/main" id="{BAA9784F-A252-4959-AA00-66D64ED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pill-text-Publish">
            <a:extLst xmlns:a="http://schemas.openxmlformats.org/drawingml/2006/main">
              <a:ext uri="{FF2B5EF4-FFF2-40B4-BE49-F238E27FC236}">
                <a16:creationId xmlns:a16="http://schemas.microsoft.com/office/drawing/2014/main" id="{09202B5A-3DA4-49C8-BD5A-FB145C67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Publish</a:t>
            </a:r>
          </a:p>
        </p:txBody>
      </p:sp>
      <p:sp>
        <p:nvSpPr>
          <p:cNvPr id="14" name="pill-Test">
            <a:extLst xmlns:a="http://schemas.openxmlformats.org/drawingml/2006/main">
              <a:ext uri="{FF2B5EF4-FFF2-40B4-BE49-F238E27FC236}">
                <a16:creationId xmlns:a16="http://schemas.microsoft.com/office/drawing/2014/main" id="{2640AA48-3C0C-49D3-8679-52550E81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pill-text-Test">
            <a:extLst xmlns:a="http://schemas.openxmlformats.org/drawingml/2006/main">
              <a:ext uri="{FF2B5EF4-FFF2-40B4-BE49-F238E27FC236}">
                <a16:creationId xmlns:a16="http://schemas.microsoft.com/office/drawing/2014/main" id="{49D0B2A8-1F6C-4A86-955C-E9096E7C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Test</a:t>
            </a:r>
          </a:p>
        </p:txBody>
      </p:sp>
      <p:sp>
        <p:nvSpPr>
          <p:cNvPr id="16" name="pill-Result">
            <a:extLst xmlns:a="http://schemas.openxmlformats.org/drawingml/2006/main">
              <a:ext uri="{FF2B5EF4-FFF2-40B4-BE49-F238E27FC236}">
                <a16:creationId xmlns:a16="http://schemas.microsoft.com/office/drawing/2014/main" id="{5220BA2F-38D5-453C-8F6A-83792CF6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228725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7" name="pill-text-Result">
            <a:extLst xmlns:a="http://schemas.openxmlformats.org/drawingml/2006/main">
              <a:ext uri="{FF2B5EF4-FFF2-40B4-BE49-F238E27FC236}">
                <a16:creationId xmlns:a16="http://schemas.microsoft.com/office/drawing/2014/main" id="{DD7ABB9C-8017-4F32-A7F4-D6A1F0D4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285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Result</a:t>
            </a:r>
          </a:p>
        </p:txBody>
      </p:sp>
      <p:sp>
        <p:nvSpPr>
          <p:cNvPr id="18" name="context-banner">
            <a:extLst xmlns:a="http://schemas.openxmlformats.org/drawingml/2006/main">
              <a:ext uri="{FF2B5EF4-FFF2-40B4-BE49-F238E27FC236}">
                <a16:creationId xmlns:a16="http://schemas.microsoft.com/office/drawing/2014/main" id="{90E3B992-AF88-4AB1-94CC-FAAB6012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061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FD48CA-B091-4812-BE69-44CBF189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  Customer Service Request  |  intent: service request intake  |  source: template</a:t>
            </a:r>
          </a:p>
        </p:txBody>
      </p:sp>
      <p:sp>
        <p:nvSpPr>
          <p:cNvPr id="20" name="pill-Name">
            <a:extLst xmlns:a="http://schemas.openxmlformats.org/drawingml/2006/main">
              <a:ext uri="{FF2B5EF4-FFF2-40B4-BE49-F238E27FC236}">
                <a16:creationId xmlns:a16="http://schemas.microsoft.com/office/drawing/2014/main" id="{D65B1508-C74F-4F99-9D2C-D630412A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628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pill-text-Name">
            <a:extLst xmlns:a="http://schemas.openxmlformats.org/drawingml/2006/main">
              <a:ext uri="{FF2B5EF4-FFF2-40B4-BE49-F238E27FC236}">
                <a16:creationId xmlns:a16="http://schemas.microsoft.com/office/drawing/2014/main" id="{3DBEFE29-FC44-489C-B532-0262B0F3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85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Name</a:t>
            </a:r>
          </a:p>
        </p:txBody>
      </p:sp>
      <p:sp>
        <p:nvSpPr>
          <p:cNvPr id="22" name="pill-Request type">
            <a:extLst xmlns:a="http://schemas.openxmlformats.org/drawingml/2006/main">
              <a:ext uri="{FF2B5EF4-FFF2-40B4-BE49-F238E27FC236}">
                <a16:creationId xmlns:a16="http://schemas.microsoft.com/office/drawing/2014/main" id="{A22050CB-6768-4F21-A596-923C8A20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10287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pill-text-Request type">
            <a:extLst xmlns:a="http://schemas.openxmlformats.org/drawingml/2006/main">
              <a:ext uri="{FF2B5EF4-FFF2-40B4-BE49-F238E27FC236}">
                <a16:creationId xmlns:a16="http://schemas.microsoft.com/office/drawing/2014/main" id="{BCA186C9-C75C-441A-8505-1E0CD727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Request type</a:t>
            </a:r>
          </a:p>
        </p:txBody>
      </p:sp>
      <p:sp>
        <p:nvSpPr>
          <p:cNvPr id="24" name="pill-Details">
            <a:extLst xmlns:a="http://schemas.openxmlformats.org/drawingml/2006/main">
              <a:ext uri="{FF2B5EF4-FFF2-40B4-BE49-F238E27FC236}">
                <a16:creationId xmlns:a16="http://schemas.microsoft.com/office/drawing/2014/main" id="{199F2D0D-9F82-42B9-B9CF-E969611C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2880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pill-text-Details">
            <a:extLst xmlns:a="http://schemas.openxmlformats.org/drawingml/2006/main">
              <a:ext uri="{FF2B5EF4-FFF2-40B4-BE49-F238E27FC236}">
                <a16:creationId xmlns:a16="http://schemas.microsoft.com/office/drawing/2014/main" id="{5176F371-ACAD-4520-B8CA-35DF8ED0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859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Details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C1B44C0-9668-411D-AB10-520F150C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764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D5"/>
                </a:solidFill>
              </a:defRPr>
            </a:pPr>
            <a:r>
              <a:rPr sz="900" b="1">
                <a:solidFill>
                  <a:srgbClr val="3157D5"/>
                </a:solidFill>
              </a:rPr>
              <a:t>Change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8A3D06A6-E5D3-4542-B7B4-07CE41AD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5905500" cy="33909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pill-TEST">
            <a:extLst xmlns:a="http://schemas.openxmlformats.org/drawingml/2006/main">
              <a:ext uri="{FF2B5EF4-FFF2-40B4-BE49-F238E27FC236}">
                <a16:creationId xmlns:a16="http://schemas.microsoft.com/office/drawing/2014/main" id="{BF4C5022-22BB-4422-8DE5-8D3258A1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628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/>
            </a:solidFill>
            <a:prstDash val="solid"/>
          </a:ln>
        </p:spPr>
      </p:sp>
      <p:sp>
        <p:nvSpPr>
          <p:cNvPr id="29" name="pill-text-TEST">
            <a:extLst xmlns:a="http://schemas.openxmlformats.org/drawingml/2006/main">
              <a:ext uri="{FF2B5EF4-FFF2-40B4-BE49-F238E27FC236}">
                <a16:creationId xmlns:a16="http://schemas.microsoft.com/office/drawing/2014/main" id="{1EB98BEE-124A-444B-9BFD-CFCF643F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54708"/>
                </a:solidFill>
              </a:defRPr>
            </a:pPr>
            <a:r>
              <a:rPr sz="825" b="1">
                <a:solidFill>
                  <a:srgbClr val="B54708"/>
                </a:solidFill>
              </a:rPr>
              <a:t>TEST</a:t>
            </a:r>
          </a:p>
        </p:txBody>
      </p:sp>
      <p:sp>
        <p:nvSpPr>
          <p:cNvPr id="30" name="pill-Saved">
            <a:extLst xmlns:a="http://schemas.openxmlformats.org/drawingml/2006/main">
              <a:ext uri="{FF2B5EF4-FFF2-40B4-BE49-F238E27FC236}">
                <a16:creationId xmlns:a16="http://schemas.microsoft.com/office/drawing/2014/main" id="{18402249-9B92-4154-9A59-0ED196F5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985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31" name="pill-text-Saved">
            <a:extLst xmlns:a="http://schemas.openxmlformats.org/drawingml/2006/main">
              <a:ext uri="{FF2B5EF4-FFF2-40B4-BE49-F238E27FC236}">
                <a16:creationId xmlns:a16="http://schemas.microsoft.com/office/drawing/2014/main" id="{A970E83C-7DE3-442C-8EF1-199BF276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7647"/>
                </a:solidFill>
              </a:defRPr>
            </a:pPr>
            <a:r>
              <a:rPr sz="825" b="1">
                <a:solidFill>
                  <a:srgbClr val="067647"/>
                </a:solidFill>
              </a:rPr>
              <a:t>Saved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BF6223F-A5ED-4F27-9031-37F4ED79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Mike Test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DF0EEBB-26FD-4A80-8FDD-5524A9D6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Request type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F682D13-1DBB-4673-9BDB-A352621E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Product question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8F26F51-ED2B-45D5-982C-211B1575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Details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EC4236B-363B-4965-8C02-622636D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This is a test response.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192E237-C80A-4AD4-881F-6E0570C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7647"/>
                </a:solidFill>
              </a:defRPr>
            </a:pPr>
            <a:r>
              <a:rPr sz="1050" b="1">
                <a:solidFill>
                  <a:srgbClr val="067647"/>
                </a:solidFill>
              </a:rPr>
              <a:t>Stored in results. External notifications were suppressed.</a:t>
            </a:r>
          </a:p>
        </p:txBody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3355C70E-0A21-49ED-97E8-AD62C76F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2171700" cy="3390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DA2D683-2E8B-4144-AD2C-2D0A26C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EMPTY VARIANT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B80A9E0-529B-4974-BF7A-C3850028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No responses yet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79905FAA-CA2D-4941-982F-1EF3E8E9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Create the first saved result without charging credits or sending notifications.</a:t>
            </a:r>
          </a:p>
        </p:txBody>
      </p:sp>
      <p:sp>
        <p:nvSpPr>
          <p:cNvPr id="42" name="button-Send test submission">
            <a:extLst xmlns:a="http://schemas.openxmlformats.org/drawingml/2006/main">
              <a:ext uri="{FF2B5EF4-FFF2-40B4-BE49-F238E27FC236}">
                <a16:creationId xmlns:a16="http://schemas.microsoft.com/office/drawing/2014/main" id="{DAB27C6A-5990-463C-A48C-70367F7F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790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43" name="button-text-Send test submission">
            <a:extLst xmlns:a="http://schemas.openxmlformats.org/drawingml/2006/main">
              <a:ext uri="{FF2B5EF4-FFF2-40B4-BE49-F238E27FC236}">
                <a16:creationId xmlns:a16="http://schemas.microsoft.com/office/drawing/2014/main" id="{FF77FA68-AFD2-4053-A906-45BA846A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Send test submission</a:t>
            </a:r>
          </a:p>
        </p:txBody>
      </p:sp>
      <p:sp>
        <p:nvSpPr>
          <p:cNvPr id="44" name="action-rail">
            <a:extLst xmlns:a="http://schemas.openxmlformats.org/drawingml/2006/main">
              <a:ext uri="{FF2B5EF4-FFF2-40B4-BE49-F238E27FC236}">
                <a16:creationId xmlns:a16="http://schemas.microsoft.com/office/drawing/2014/main" id="{9DEAD663-8E5A-46B1-A588-3961823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2038350" cy="33909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20C83CA4-A674-41F6-B68D-862BBB38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ACTION RAIL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9D8192A5-9D39-4F5A-BCF8-530CD91C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Test saved</a:t>
            </a:r>
          </a:p>
        </p:txBody>
      </p:sp>
      <p:sp>
        <p:nvSpPr>
          <p:cNvPr id="47" name="rule">
            <a:extLst xmlns:a="http://schemas.openxmlformats.org/drawingml/2006/main">
              <a:ext uri="{FF2B5EF4-FFF2-40B4-BE49-F238E27FC236}">
                <a16:creationId xmlns:a16="http://schemas.microsoft.com/office/drawing/2014/main" id="{6C0CFE97-EC47-47D2-A10F-C1FBD65D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8" name="button-Share public form">
            <a:extLst xmlns:a="http://schemas.openxmlformats.org/drawingml/2006/main">
              <a:ext uri="{FF2B5EF4-FFF2-40B4-BE49-F238E27FC236}">
                <a16:creationId xmlns:a16="http://schemas.microsoft.com/office/drawing/2014/main" id="{EAEC3D85-0236-44A9-9F9C-F75078E8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676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49" name="button-text-Share public form">
            <a:extLst xmlns:a="http://schemas.openxmlformats.org/drawingml/2006/main">
              <a:ext uri="{FF2B5EF4-FFF2-40B4-BE49-F238E27FC236}">
                <a16:creationId xmlns:a16="http://schemas.microsoft.com/office/drawing/2014/main" id="{0544379F-9DAD-4DD8-B4DE-8337D7CA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Share public form</a:t>
            </a:r>
          </a:p>
        </p:txBody>
      </p:sp>
      <p:sp>
        <p:nvSpPr>
          <p:cNvPr id="50" name="button-Copy link">
            <a:extLst xmlns:a="http://schemas.openxmlformats.org/drawingml/2006/main">
              <a:ext uri="{FF2B5EF4-FFF2-40B4-BE49-F238E27FC236}">
                <a16:creationId xmlns:a16="http://schemas.microsoft.com/office/drawing/2014/main" id="{627A6DDF-7599-4944-8747-08739043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52900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1" name="button-text-Copy link">
            <a:extLst xmlns:a="http://schemas.openxmlformats.org/drawingml/2006/main">
              <a:ext uri="{FF2B5EF4-FFF2-40B4-BE49-F238E27FC236}">
                <a16:creationId xmlns:a16="http://schemas.microsoft.com/office/drawing/2014/main" id="{3F174A8B-F846-40D3-B19F-349D959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Copy link</a:t>
            </a:r>
          </a:p>
        </p:txBody>
      </p:sp>
      <p:sp>
        <p:nvSpPr>
          <p:cNvPr id="52" name="button-Open form">
            <a:extLst xmlns:a="http://schemas.openxmlformats.org/drawingml/2006/main">
              <a:ext uri="{FF2B5EF4-FFF2-40B4-BE49-F238E27FC236}">
                <a16:creationId xmlns:a16="http://schemas.microsoft.com/office/drawing/2014/main" id="{E4B5DE76-97CC-4E74-80B8-18B9BB5D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62475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3" name="button-text-Open form">
            <a:extLst xmlns:a="http://schemas.openxmlformats.org/drawingml/2006/main">
              <a:ext uri="{FF2B5EF4-FFF2-40B4-BE49-F238E27FC236}">
                <a16:creationId xmlns:a16="http://schemas.microsoft.com/office/drawing/2014/main" id="{24DD2A15-EE9B-4096-83CE-5FD7F616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38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Open form</a:t>
            </a:r>
          </a:p>
        </p:txBody>
      </p:sp>
      <p:sp>
        <p:nvSpPr>
          <p:cNvPr id="54" name="button-View all results">
            <a:extLst xmlns:a="http://schemas.openxmlformats.org/drawingml/2006/main">
              <a:ext uri="{FF2B5EF4-FFF2-40B4-BE49-F238E27FC236}">
                <a16:creationId xmlns:a16="http://schemas.microsoft.com/office/drawing/2014/main" id="{25CEAE87-A8D9-4CFF-A244-2096839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72050"/>
            <a:ext cx="1676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5" name="button-text-View all results">
            <a:extLst xmlns:a="http://schemas.openxmlformats.org/drawingml/2006/main">
              <a:ext uri="{FF2B5EF4-FFF2-40B4-BE49-F238E27FC236}">
                <a16:creationId xmlns:a16="http://schemas.microsoft.com/office/drawing/2014/main" id="{261A68A3-736D-4C02-A705-9ADC3E34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 all results</a:t>
            </a:r>
          </a:p>
        </p:txBody>
      </p:sp>
    </p:spTree>
    <p:extLst>
      <p:ext uri="{BB962C8B-B14F-4D97-AF65-F5344CB8AC3E}">
        <p14:creationId xmlns:p14="http://schemas.microsoft.com/office/powerpoint/2010/main" val="1492727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73D34E2-BB05-40AC-BB0A-69A8B9D2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MOBILE 1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A715F8-AF93-4B66-A10D-B1C74D26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Mobile context stays compact without hiding inherited intent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349B9A-3DBD-4CD4-8EB1-86D19A77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07</a:t>
            </a:r>
          </a:p>
        </p:txBody>
      </p:sp>
      <p:sp>
        <p:nvSpPr>
          <p:cNvPr id="4" name="phone-shell">
            <a:extLst xmlns:a="http://schemas.openxmlformats.org/drawingml/2006/main">
              <a:ext uri="{FF2B5EF4-FFF2-40B4-BE49-F238E27FC236}">
                <a16:creationId xmlns:a16="http://schemas.microsoft.com/office/drawing/2014/main" id="{815F9385-124B-45F4-8818-C05DF564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104900"/>
            <a:ext cx="3695700" cy="531495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9F65BD87-FCB6-4333-9557-754C20D4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5086350"/>
          </a:xfrm>
          <a:prstGeom xmlns:a="http://schemas.openxmlformats.org/drawingml/2006/main" prst="roundRect">
            <a:avLst>
              <a:gd name="adj" fmla="val 1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phone-topbar">
            <a:extLst xmlns:a="http://schemas.openxmlformats.org/drawingml/2006/main">
              <a:ext uri="{FF2B5EF4-FFF2-40B4-BE49-F238E27FC236}">
                <a16:creationId xmlns:a16="http://schemas.microsoft.com/office/drawing/2014/main" id="{D9137682-5B05-4B72-B45A-1D19C04E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0914C58-C705-4CDF-86D6-D3B1393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33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112A36-FE0C-460E-AAE9-351361B1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33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/forms/new</a:t>
            </a:r>
          </a:p>
        </p:txBody>
      </p:sp>
      <p:sp>
        <p:nvSpPr>
          <p:cNvPr id="9" name="mobile-context">
            <a:extLst xmlns:a="http://schemas.openxmlformats.org/drawingml/2006/main">
              <a:ext uri="{FF2B5EF4-FFF2-40B4-BE49-F238E27FC236}">
                <a16:creationId xmlns:a16="http://schemas.microsoft.com/office/drawing/2014/main" id="{0392D071-7A47-458C-947A-3DA2BE3E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3238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C3473F-597A-4A0F-BB5C-07A018F5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Customer Service Request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B9B0E66-4A7B-4F57-B6C5-4F73DD70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Template context and 3 recommended fields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D2A05E-DC37-459A-A4AA-0818FBB2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97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Details</a:t>
            </a:r>
          </a:p>
        </p:txBody>
      </p:sp>
      <p:sp>
        <p:nvSpPr>
          <p:cNvPr id="13" name="pill-C">
            <a:extLst xmlns:a="http://schemas.openxmlformats.org/drawingml/2006/main">
              <a:ext uri="{FF2B5EF4-FFF2-40B4-BE49-F238E27FC236}">
                <a16:creationId xmlns:a16="http://schemas.microsoft.com/office/drawing/2014/main" id="{F3892988-A090-4204-B9C8-A94CE90D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4" name="pill-text-C">
            <a:extLst xmlns:a="http://schemas.openxmlformats.org/drawingml/2006/main">
              <a:ext uri="{FF2B5EF4-FFF2-40B4-BE49-F238E27FC236}">
                <a16:creationId xmlns:a16="http://schemas.microsoft.com/office/drawing/2014/main" id="{E5518AA4-6E15-4AFB-B24C-8B1A503E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C</a:t>
            </a:r>
          </a:p>
        </p:txBody>
      </p:sp>
      <p:sp>
        <p:nvSpPr>
          <p:cNvPr id="15" name="pill-G">
            <a:extLst xmlns:a="http://schemas.openxmlformats.org/drawingml/2006/main">
              <a:ext uri="{FF2B5EF4-FFF2-40B4-BE49-F238E27FC236}">
                <a16:creationId xmlns:a16="http://schemas.microsoft.com/office/drawing/2014/main" id="{7F39D214-6E4A-4FB5-A517-D29F3630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pill-text-G">
            <a:extLst xmlns:a="http://schemas.openxmlformats.org/drawingml/2006/main">
              <a:ext uri="{FF2B5EF4-FFF2-40B4-BE49-F238E27FC236}">
                <a16:creationId xmlns:a16="http://schemas.microsoft.com/office/drawing/2014/main" id="{74D3782A-CA9C-4511-BFFD-0C353FA8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</a:t>
            </a:r>
          </a:p>
        </p:txBody>
      </p:sp>
      <p:sp>
        <p:nvSpPr>
          <p:cNvPr id="17" name="pill-P">
            <a:extLst xmlns:a="http://schemas.openxmlformats.org/drawingml/2006/main">
              <a:ext uri="{FF2B5EF4-FFF2-40B4-BE49-F238E27FC236}">
                <a16:creationId xmlns:a16="http://schemas.microsoft.com/office/drawing/2014/main" id="{607F0E7E-4AFB-4C04-BB61-8DCFCAE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pill-text-P">
            <a:extLst xmlns:a="http://schemas.openxmlformats.org/drawingml/2006/main">
              <a:ext uri="{FF2B5EF4-FFF2-40B4-BE49-F238E27FC236}">
                <a16:creationId xmlns:a16="http://schemas.microsoft.com/office/drawing/2014/main" id="{DE2E7C44-6612-4FCC-8450-B45C9938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</a:t>
            </a:r>
          </a:p>
        </p:txBody>
      </p:sp>
      <p:sp>
        <p:nvSpPr>
          <p:cNvPr id="19" name="pill-T">
            <a:extLst xmlns:a="http://schemas.openxmlformats.org/drawingml/2006/main">
              <a:ext uri="{FF2B5EF4-FFF2-40B4-BE49-F238E27FC236}">
                <a16:creationId xmlns:a16="http://schemas.microsoft.com/office/drawing/2014/main" id="{A0D15ACC-0312-45E2-A71D-CFD78E1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pill-text-T">
            <a:extLst xmlns:a="http://schemas.openxmlformats.org/drawingml/2006/main">
              <a:ext uri="{FF2B5EF4-FFF2-40B4-BE49-F238E27FC236}">
                <a16:creationId xmlns:a16="http://schemas.microsoft.com/office/drawing/2014/main" id="{91949437-8A2B-4DED-ACA7-076B6937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</a:t>
            </a:r>
          </a:p>
        </p:txBody>
      </p:sp>
      <p:sp>
        <p:nvSpPr>
          <p:cNvPr id="21" name="pill-R">
            <a:extLst xmlns:a="http://schemas.openxmlformats.org/drawingml/2006/main">
              <a:ext uri="{FF2B5EF4-FFF2-40B4-BE49-F238E27FC236}">
                <a16:creationId xmlns:a16="http://schemas.microsoft.com/office/drawing/2014/main" id="{CB3C5BED-130A-4985-AA46-006411D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pill-text-R">
            <a:extLst xmlns:a="http://schemas.openxmlformats.org/drawingml/2006/main">
              <a:ext uri="{FF2B5EF4-FFF2-40B4-BE49-F238E27FC236}">
                <a16:creationId xmlns:a16="http://schemas.microsoft.com/office/drawing/2014/main" id="{E495F512-98F7-4E79-8DDC-79554FD4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0E1B76E-B2A9-4414-846D-5FD41981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Describe any changes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EED639E4-DD4E-4E74-BB05-2EBDEEB8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30099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6DC0BCC-6257-40B4-ABF9-D51F782A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2425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Create a customer service request form for product questions.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210C40D-2C91-4D23-9884-E189E340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Real field preview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181D097-70FC-46CE-A303-7979AE0C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2440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Your name</a:t>
            </a:r>
          </a:p>
        </p:txBody>
      </p:sp>
      <p:sp>
        <p:nvSpPr>
          <p:cNvPr id="28" name="field-Your name">
            <a:extLst xmlns:a="http://schemas.openxmlformats.org/drawingml/2006/main">
              <a:ext uri="{FF2B5EF4-FFF2-40B4-BE49-F238E27FC236}">
                <a16:creationId xmlns:a16="http://schemas.microsoft.com/office/drawing/2014/main" id="{D502AE5D-9338-4951-BFD7-34D53BD8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53000"/>
            <a:ext cx="30099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C0001DC-A437-4CA2-B74E-1AA761E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577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Jane Smith</a:t>
            </a:r>
          </a:p>
        </p:txBody>
      </p:sp>
      <p:sp>
        <p:nvSpPr>
          <p:cNvPr id="30" name="mobile-bottom">
            <a:extLst xmlns:a="http://schemas.openxmlformats.org/drawingml/2006/main">
              <a:ext uri="{FF2B5EF4-FFF2-40B4-BE49-F238E27FC236}">
                <a16:creationId xmlns:a16="http://schemas.microsoft.com/office/drawing/2014/main" id="{18BF8E1A-C78D-4290-B9F1-5A4C2284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57850"/>
            <a:ext cx="3467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button-Change">
            <a:extLst xmlns:a="http://schemas.openxmlformats.org/drawingml/2006/main">
              <a:ext uri="{FF2B5EF4-FFF2-40B4-BE49-F238E27FC236}">
                <a16:creationId xmlns:a16="http://schemas.microsoft.com/office/drawing/2014/main" id="{049F235F-6C09-4EC1-8D8C-4AB70EFC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91200"/>
            <a:ext cx="876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button-text-Change">
            <a:extLst xmlns:a="http://schemas.openxmlformats.org/drawingml/2006/main">
              <a:ext uri="{FF2B5EF4-FFF2-40B4-BE49-F238E27FC236}">
                <a16:creationId xmlns:a16="http://schemas.microsoft.com/office/drawing/2014/main" id="{8226E87D-981B-48A2-8B23-104C627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959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Change</a:t>
            </a:r>
          </a:p>
        </p:txBody>
      </p:sp>
      <p:sp>
        <p:nvSpPr>
          <p:cNvPr id="33" name="button-Generate this form">
            <a:extLst xmlns:a="http://schemas.openxmlformats.org/drawingml/2006/main">
              <a:ext uri="{FF2B5EF4-FFF2-40B4-BE49-F238E27FC236}">
                <a16:creationId xmlns:a16="http://schemas.microsoft.com/office/drawing/2014/main" id="{EF6D9D1A-5CA7-40E7-9C64-EBBBF23B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91200"/>
            <a:ext cx="2171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34" name="button-text-Generate this form">
            <a:extLst xmlns:a="http://schemas.openxmlformats.org/drawingml/2006/main">
              <a:ext uri="{FF2B5EF4-FFF2-40B4-BE49-F238E27FC236}">
                <a16:creationId xmlns:a16="http://schemas.microsoft.com/office/drawing/2014/main" id="{8791EB8F-D566-4CCC-AA33-3ECFEC1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959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Generate this form</a:t>
            </a:r>
          </a:p>
        </p:txBody>
      </p:sp>
    </p:spTree>
    <p:extLst>
      <p:ext uri="{BB962C8B-B14F-4D97-AF65-F5344CB8AC3E}">
        <p14:creationId xmlns:p14="http://schemas.microsoft.com/office/powerpoint/2010/main" val="1565180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61BB3E2-32F8-458A-97AB-7077F890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MOBILE 2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9FE96C-47CC-40E4-8C21-DC012B3C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Mobile draft keeps advanced controls behind More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943CDB-64CF-41FD-9F01-EB614CB4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08</a:t>
            </a:r>
          </a:p>
        </p:txBody>
      </p:sp>
      <p:sp>
        <p:nvSpPr>
          <p:cNvPr id="4" name="phone-shell">
            <a:extLst xmlns:a="http://schemas.openxmlformats.org/drawingml/2006/main">
              <a:ext uri="{FF2B5EF4-FFF2-40B4-BE49-F238E27FC236}">
                <a16:creationId xmlns:a16="http://schemas.microsoft.com/office/drawing/2014/main" id="{B8DED7D2-AD93-42BB-A17D-B18603F3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104900"/>
            <a:ext cx="3695700" cy="531495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8FB8B83A-5DC0-4494-9A3D-DAF07612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5086350"/>
          </a:xfrm>
          <a:prstGeom xmlns:a="http://schemas.openxmlformats.org/drawingml/2006/main" prst="roundRect">
            <a:avLst>
              <a:gd name="adj" fmla="val 1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phone-topbar">
            <a:extLst xmlns:a="http://schemas.openxmlformats.org/drawingml/2006/main">
              <a:ext uri="{FF2B5EF4-FFF2-40B4-BE49-F238E27FC236}">
                <a16:creationId xmlns:a16="http://schemas.microsoft.com/office/drawing/2014/main" id="{BCBCDF11-86C9-434C-A94B-CC4C9157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E1C7CF-5EBC-46A9-8230-D6A4DEE1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33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0AE66D-D8EB-4662-8937-99218EC0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33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Draft ready</a:t>
            </a:r>
          </a:p>
        </p:txBody>
      </p:sp>
      <p:sp>
        <p:nvSpPr>
          <p:cNvPr id="9" name="mobile-context">
            <a:extLst xmlns:a="http://schemas.openxmlformats.org/drawingml/2006/main">
              <a:ext uri="{FF2B5EF4-FFF2-40B4-BE49-F238E27FC236}">
                <a16:creationId xmlns:a16="http://schemas.microsoft.com/office/drawing/2014/main" id="{94B6BF23-D83C-4B2A-BB15-A0B3813A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3238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3FB382-123A-4C1A-893D-DF083253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Customer Service Request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56304F0-B0A5-4691-9C2A-53E25D15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Template context and 3 recommended fields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5D377F-11F1-4035-98EE-B9CAD0DE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97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Details</a:t>
            </a:r>
          </a:p>
        </p:txBody>
      </p:sp>
      <p:sp>
        <p:nvSpPr>
          <p:cNvPr id="13" name="pill-C">
            <a:extLst xmlns:a="http://schemas.openxmlformats.org/drawingml/2006/main">
              <a:ext uri="{FF2B5EF4-FFF2-40B4-BE49-F238E27FC236}">
                <a16:creationId xmlns:a16="http://schemas.microsoft.com/office/drawing/2014/main" id="{843BF1CE-EB14-4EC8-B65A-CF9CBD5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pill-text-C">
            <a:extLst xmlns:a="http://schemas.openxmlformats.org/drawingml/2006/main">
              <a:ext uri="{FF2B5EF4-FFF2-40B4-BE49-F238E27FC236}">
                <a16:creationId xmlns:a16="http://schemas.microsoft.com/office/drawing/2014/main" id="{37DA288E-DCC9-4B6A-8F1C-AC82BE0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</a:t>
            </a:r>
          </a:p>
        </p:txBody>
      </p:sp>
      <p:sp>
        <p:nvSpPr>
          <p:cNvPr id="15" name="pill-G">
            <a:extLst xmlns:a="http://schemas.openxmlformats.org/drawingml/2006/main">
              <a:ext uri="{FF2B5EF4-FFF2-40B4-BE49-F238E27FC236}">
                <a16:creationId xmlns:a16="http://schemas.microsoft.com/office/drawing/2014/main" id="{CB7DD5F0-C94B-43DB-B395-6B9E3C44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6" name="pill-text-G">
            <a:extLst xmlns:a="http://schemas.openxmlformats.org/drawingml/2006/main">
              <a:ext uri="{FF2B5EF4-FFF2-40B4-BE49-F238E27FC236}">
                <a16:creationId xmlns:a16="http://schemas.microsoft.com/office/drawing/2014/main" id="{A8B3EF26-9FF3-4EC1-8AFC-7637AA15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G</a:t>
            </a:r>
          </a:p>
        </p:txBody>
      </p:sp>
      <p:sp>
        <p:nvSpPr>
          <p:cNvPr id="17" name="pill-P">
            <a:extLst xmlns:a="http://schemas.openxmlformats.org/drawingml/2006/main">
              <a:ext uri="{FF2B5EF4-FFF2-40B4-BE49-F238E27FC236}">
                <a16:creationId xmlns:a16="http://schemas.microsoft.com/office/drawing/2014/main" id="{B8476EA4-58E1-483E-A478-8D4E092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pill-text-P">
            <a:extLst xmlns:a="http://schemas.openxmlformats.org/drawingml/2006/main">
              <a:ext uri="{FF2B5EF4-FFF2-40B4-BE49-F238E27FC236}">
                <a16:creationId xmlns:a16="http://schemas.microsoft.com/office/drawing/2014/main" id="{95CBF659-452E-41A0-AD15-065F44AB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</a:t>
            </a:r>
          </a:p>
        </p:txBody>
      </p:sp>
      <p:sp>
        <p:nvSpPr>
          <p:cNvPr id="19" name="pill-T">
            <a:extLst xmlns:a="http://schemas.openxmlformats.org/drawingml/2006/main">
              <a:ext uri="{FF2B5EF4-FFF2-40B4-BE49-F238E27FC236}">
                <a16:creationId xmlns:a16="http://schemas.microsoft.com/office/drawing/2014/main" id="{B4C38382-C31F-47C0-8501-DEECC13D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pill-text-T">
            <a:extLst xmlns:a="http://schemas.openxmlformats.org/drawingml/2006/main">
              <a:ext uri="{FF2B5EF4-FFF2-40B4-BE49-F238E27FC236}">
                <a16:creationId xmlns:a16="http://schemas.microsoft.com/office/drawing/2014/main" id="{F3E2B5FE-1C32-460C-96AE-B6C4C56C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</a:t>
            </a:r>
          </a:p>
        </p:txBody>
      </p:sp>
      <p:sp>
        <p:nvSpPr>
          <p:cNvPr id="21" name="pill-R">
            <a:extLst xmlns:a="http://schemas.openxmlformats.org/drawingml/2006/main">
              <a:ext uri="{FF2B5EF4-FFF2-40B4-BE49-F238E27FC236}">
                <a16:creationId xmlns:a16="http://schemas.microsoft.com/office/drawing/2014/main" id="{7F72D76F-1809-436A-A4DE-ACDA12A1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pill-text-R">
            <a:extLst xmlns:a="http://schemas.openxmlformats.org/drawingml/2006/main">
              <a:ext uri="{FF2B5EF4-FFF2-40B4-BE49-F238E27FC236}">
                <a16:creationId xmlns:a16="http://schemas.microsoft.com/office/drawing/2014/main" id="{7CF560DB-9BA7-4BFA-8E8E-FB074D33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631ACBE-6B3E-4047-AEB5-0234A70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Customer Service Request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03F945A-1843-4EE2-A789-07E5FFF4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8 fields  |  Draft saved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57A373E3-B75F-4782-A84B-3EE9E058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30099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pill-1 / 8">
            <a:extLst xmlns:a="http://schemas.openxmlformats.org/drawingml/2006/main">
              <a:ext uri="{FF2B5EF4-FFF2-40B4-BE49-F238E27FC236}">
                <a16:creationId xmlns:a16="http://schemas.microsoft.com/office/drawing/2014/main" id="{23D870E0-6E57-4044-AC92-B27C6BF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5524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pill-text-1 / 8">
            <a:extLst xmlns:a="http://schemas.openxmlformats.org/drawingml/2006/main">
              <a:ext uri="{FF2B5EF4-FFF2-40B4-BE49-F238E27FC236}">
                <a16:creationId xmlns:a16="http://schemas.microsoft.com/office/drawing/2014/main" id="{321C4976-F5B1-4B94-A8F4-A05EE97F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 / 8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28FB1A5-3076-411B-B1C2-715E56B3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What is your name?</a:t>
            </a:r>
          </a:p>
        </p:txBody>
      </p:sp>
      <p:sp>
        <p:nvSpPr>
          <p:cNvPr id="29" name="field-What is your name?">
            <a:extLst xmlns:a="http://schemas.openxmlformats.org/drawingml/2006/main">
              <a:ext uri="{FF2B5EF4-FFF2-40B4-BE49-F238E27FC236}">
                <a16:creationId xmlns:a16="http://schemas.microsoft.com/office/drawing/2014/main" id="{CFEBD27A-B447-43A0-AA88-C63F984C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3400"/>
            <a:ext cx="266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EC4F1B6-017F-4D11-9854-57502541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48175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Jane Smith</a:t>
            </a:r>
          </a:p>
        </p:txBody>
      </p:sp>
      <p:sp>
        <p:nvSpPr>
          <p:cNvPr id="31" name="mobile-bottom">
            <a:extLst xmlns:a="http://schemas.openxmlformats.org/drawingml/2006/main">
              <a:ext uri="{FF2B5EF4-FFF2-40B4-BE49-F238E27FC236}">
                <a16:creationId xmlns:a16="http://schemas.microsoft.com/office/drawing/2014/main" id="{FF747D29-A653-4803-B7C6-A6C87F35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57850"/>
            <a:ext cx="3467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button-More">
            <a:extLst xmlns:a="http://schemas.openxmlformats.org/drawingml/2006/main">
              <a:ext uri="{FF2B5EF4-FFF2-40B4-BE49-F238E27FC236}">
                <a16:creationId xmlns:a16="http://schemas.microsoft.com/office/drawing/2014/main" id="{32B45701-6A26-40BA-ABE9-F273777D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91200"/>
            <a:ext cx="876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button-text-More">
            <a:extLst xmlns:a="http://schemas.openxmlformats.org/drawingml/2006/main">
              <a:ext uri="{FF2B5EF4-FFF2-40B4-BE49-F238E27FC236}">
                <a16:creationId xmlns:a16="http://schemas.microsoft.com/office/drawing/2014/main" id="{052F5F5E-6970-4A9B-BAB5-5EAEC20B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959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More</a:t>
            </a:r>
          </a:p>
        </p:txBody>
      </p:sp>
      <p:sp>
        <p:nvSpPr>
          <p:cNvPr id="34" name="button-Publish form">
            <a:extLst xmlns:a="http://schemas.openxmlformats.org/drawingml/2006/main">
              <a:ext uri="{FF2B5EF4-FFF2-40B4-BE49-F238E27FC236}">
                <a16:creationId xmlns:a16="http://schemas.microsoft.com/office/drawing/2014/main" id="{664BF4BF-BEDC-45E7-BEB4-8EFA28F6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91200"/>
            <a:ext cx="2171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35" name="button-text-Publish form">
            <a:extLst xmlns:a="http://schemas.openxmlformats.org/drawingml/2006/main">
              <a:ext uri="{FF2B5EF4-FFF2-40B4-BE49-F238E27FC236}">
                <a16:creationId xmlns:a16="http://schemas.microsoft.com/office/drawing/2014/main" id="{39B5B6DA-2583-44C3-9939-2175004D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959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Publish form</a:t>
            </a:r>
          </a:p>
        </p:txBody>
      </p:sp>
    </p:spTree>
    <p:extLst>
      <p:ext uri="{BB962C8B-B14F-4D97-AF65-F5344CB8AC3E}">
        <p14:creationId xmlns:p14="http://schemas.microsoft.com/office/powerpoint/2010/main" val="7204168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32ED28C-55C5-4511-A250-A178C61C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MOBILE 3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A796F4-16AB-4B4B-82C7-B947EFE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Mobile publish success keeps sharing visible and testing primary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978E85-5F00-4CF4-9D2A-1CA3B966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09</a:t>
            </a:r>
          </a:p>
        </p:txBody>
      </p:sp>
      <p:sp>
        <p:nvSpPr>
          <p:cNvPr id="4" name="phone-shell">
            <a:extLst xmlns:a="http://schemas.openxmlformats.org/drawingml/2006/main">
              <a:ext uri="{FF2B5EF4-FFF2-40B4-BE49-F238E27FC236}">
                <a16:creationId xmlns:a16="http://schemas.microsoft.com/office/drawing/2014/main" id="{656B4EF6-5CEF-43FA-A65B-ECFD9327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104900"/>
            <a:ext cx="3695700" cy="531495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A5E3D7A8-68FB-4F71-9B8D-89750194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5086350"/>
          </a:xfrm>
          <a:prstGeom xmlns:a="http://schemas.openxmlformats.org/drawingml/2006/main" prst="roundRect">
            <a:avLst>
              <a:gd name="adj" fmla="val 1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phone-topbar">
            <a:extLst xmlns:a="http://schemas.openxmlformats.org/drawingml/2006/main">
              <a:ext uri="{FF2B5EF4-FFF2-40B4-BE49-F238E27FC236}">
                <a16:creationId xmlns:a16="http://schemas.microsoft.com/office/drawing/2014/main" id="{9F0EE0C1-1C4C-430B-AFF2-86864F5D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4CC40B-4E8B-44AF-999D-6322228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33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73246C-E710-44A2-9873-4E864EDD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33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Published</a:t>
            </a:r>
          </a:p>
        </p:txBody>
      </p:sp>
      <p:sp>
        <p:nvSpPr>
          <p:cNvPr id="9" name="mobile-context">
            <a:extLst xmlns:a="http://schemas.openxmlformats.org/drawingml/2006/main">
              <a:ext uri="{FF2B5EF4-FFF2-40B4-BE49-F238E27FC236}">
                <a16:creationId xmlns:a16="http://schemas.microsoft.com/office/drawing/2014/main" id="{A0084D3B-03E3-4F97-986E-A3D3D703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3238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8361A5-C305-4253-94D1-3428CA9A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Customer Service Request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C057E6-59A5-480F-B5E6-96289E8C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Template context and 3 recommended fields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6AD518-5DD2-4F01-BB05-A4F6B17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97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Details</a:t>
            </a:r>
          </a:p>
        </p:txBody>
      </p:sp>
      <p:sp>
        <p:nvSpPr>
          <p:cNvPr id="13" name="pill-C">
            <a:extLst xmlns:a="http://schemas.openxmlformats.org/drawingml/2006/main">
              <a:ext uri="{FF2B5EF4-FFF2-40B4-BE49-F238E27FC236}">
                <a16:creationId xmlns:a16="http://schemas.microsoft.com/office/drawing/2014/main" id="{A935450E-CFF2-44F5-89BC-FAA349D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pill-text-C">
            <a:extLst xmlns:a="http://schemas.openxmlformats.org/drawingml/2006/main">
              <a:ext uri="{FF2B5EF4-FFF2-40B4-BE49-F238E27FC236}">
                <a16:creationId xmlns:a16="http://schemas.microsoft.com/office/drawing/2014/main" id="{66922D67-7289-4A34-98EE-7678A867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</a:t>
            </a:r>
          </a:p>
        </p:txBody>
      </p:sp>
      <p:sp>
        <p:nvSpPr>
          <p:cNvPr id="15" name="pill-G">
            <a:extLst xmlns:a="http://schemas.openxmlformats.org/drawingml/2006/main">
              <a:ext uri="{FF2B5EF4-FFF2-40B4-BE49-F238E27FC236}">
                <a16:creationId xmlns:a16="http://schemas.microsoft.com/office/drawing/2014/main" id="{E30D5A04-9AB2-4329-8340-EB7A3A3C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pill-text-G">
            <a:extLst xmlns:a="http://schemas.openxmlformats.org/drawingml/2006/main">
              <a:ext uri="{FF2B5EF4-FFF2-40B4-BE49-F238E27FC236}">
                <a16:creationId xmlns:a16="http://schemas.microsoft.com/office/drawing/2014/main" id="{08713B7E-E486-4A3B-9872-239E55B8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</a:t>
            </a:r>
          </a:p>
        </p:txBody>
      </p:sp>
      <p:sp>
        <p:nvSpPr>
          <p:cNvPr id="17" name="pill-P">
            <a:extLst xmlns:a="http://schemas.openxmlformats.org/drawingml/2006/main">
              <a:ext uri="{FF2B5EF4-FFF2-40B4-BE49-F238E27FC236}">
                <a16:creationId xmlns:a16="http://schemas.microsoft.com/office/drawing/2014/main" id="{34766ACF-5FD5-46CB-8574-46F76C48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8" name="pill-text-P">
            <a:extLst xmlns:a="http://schemas.openxmlformats.org/drawingml/2006/main">
              <a:ext uri="{FF2B5EF4-FFF2-40B4-BE49-F238E27FC236}">
                <a16:creationId xmlns:a16="http://schemas.microsoft.com/office/drawing/2014/main" id="{E6084E93-62FB-430D-9A8C-1F5B161E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P</a:t>
            </a:r>
          </a:p>
        </p:txBody>
      </p:sp>
      <p:sp>
        <p:nvSpPr>
          <p:cNvPr id="19" name="pill-T">
            <a:extLst xmlns:a="http://schemas.openxmlformats.org/drawingml/2006/main">
              <a:ext uri="{FF2B5EF4-FFF2-40B4-BE49-F238E27FC236}">
                <a16:creationId xmlns:a16="http://schemas.microsoft.com/office/drawing/2014/main" id="{C59B4EAC-6598-4F4B-9C1E-BB8D1F25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pill-text-T">
            <a:extLst xmlns:a="http://schemas.openxmlformats.org/drawingml/2006/main">
              <a:ext uri="{FF2B5EF4-FFF2-40B4-BE49-F238E27FC236}">
                <a16:creationId xmlns:a16="http://schemas.microsoft.com/office/drawing/2014/main" id="{A2A23893-CEBB-4EA0-98FE-9ED51ADF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</a:t>
            </a:r>
          </a:p>
        </p:txBody>
      </p:sp>
      <p:sp>
        <p:nvSpPr>
          <p:cNvPr id="21" name="pill-R">
            <a:extLst xmlns:a="http://schemas.openxmlformats.org/drawingml/2006/main">
              <a:ext uri="{FF2B5EF4-FFF2-40B4-BE49-F238E27FC236}">
                <a16:creationId xmlns:a16="http://schemas.microsoft.com/office/drawing/2014/main" id="{06CCD39C-A20E-4382-AA29-AF326C7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pill-text-R">
            <a:extLst xmlns:a="http://schemas.openxmlformats.org/drawingml/2006/main">
              <a:ext uri="{FF2B5EF4-FFF2-40B4-BE49-F238E27FC236}">
                <a16:creationId xmlns:a16="http://schemas.microsoft.com/office/drawing/2014/main" id="{204560C8-FF1C-4E7E-8F4E-DDB89C35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</a:t>
            </a:r>
          </a:p>
        </p:txBody>
      </p:sp>
      <p:sp>
        <p:nvSpPr>
          <p:cNvPr id="23" name="pill-Published">
            <a:extLst xmlns:a="http://schemas.openxmlformats.org/drawingml/2006/main">
              <a:ext uri="{FF2B5EF4-FFF2-40B4-BE49-F238E27FC236}">
                <a16:creationId xmlns:a16="http://schemas.microsoft.com/office/drawing/2014/main" id="{F41499C8-69C5-4F7B-BDE1-DD7D707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8763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24" name="pill-text-Published">
            <a:extLst xmlns:a="http://schemas.openxmlformats.org/drawingml/2006/main">
              <a:ext uri="{FF2B5EF4-FFF2-40B4-BE49-F238E27FC236}">
                <a16:creationId xmlns:a16="http://schemas.microsoft.com/office/drawing/2014/main" id="{609B66A5-92A2-4BD9-9402-9BDD2543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7647"/>
                </a:solidFill>
              </a:defRPr>
            </a:pPr>
            <a:r>
              <a:rPr sz="825" b="1">
                <a:solidFill>
                  <a:srgbClr val="067647"/>
                </a:solidFill>
              </a:rPr>
              <a:t>Published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A997684-2B41-4927-B66E-32DFE815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Your form is live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F9A3AA6D-1A33-4418-A92C-90F3BEAA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67150"/>
            <a:ext cx="3009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327B7ED-E51F-4ACC-A8B0-FF480CE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100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genforms.ai/f/csr-8H2K</a:t>
            </a:r>
          </a:p>
        </p:txBody>
      </p:sp>
      <p:sp>
        <p:nvSpPr>
          <p:cNvPr id="28" name="button-Copy">
            <a:extLst xmlns:a="http://schemas.openxmlformats.org/drawingml/2006/main">
              <a:ext uri="{FF2B5EF4-FFF2-40B4-BE49-F238E27FC236}">
                <a16:creationId xmlns:a16="http://schemas.microsoft.com/office/drawing/2014/main" id="{C0C1CA82-C98E-4068-982F-95D5FEAF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14850"/>
            <a:ext cx="666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button-text-Copy">
            <a:extLst xmlns:a="http://schemas.openxmlformats.org/drawingml/2006/main">
              <a:ext uri="{FF2B5EF4-FFF2-40B4-BE49-F238E27FC236}">
                <a16:creationId xmlns:a16="http://schemas.microsoft.com/office/drawing/2014/main" id="{F7021697-47E1-4A39-B951-99F0279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005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</a:defRPr>
            </a:pPr>
            <a:r>
              <a:rPr sz="825" b="1">
                <a:solidFill>
                  <a:srgbClr val="172033"/>
                </a:solidFill>
              </a:rPr>
              <a:t>Copy</a:t>
            </a:r>
          </a:p>
        </p:txBody>
      </p:sp>
      <p:sp>
        <p:nvSpPr>
          <p:cNvPr id="30" name="button-Open">
            <a:extLst xmlns:a="http://schemas.openxmlformats.org/drawingml/2006/main">
              <a:ext uri="{FF2B5EF4-FFF2-40B4-BE49-F238E27FC236}">
                <a16:creationId xmlns:a16="http://schemas.microsoft.com/office/drawing/2014/main" id="{4D652463-7192-48D3-92E7-BA7A3591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666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button-text-Open">
            <a:extLst xmlns:a="http://schemas.openxmlformats.org/drawingml/2006/main">
              <a:ext uri="{FF2B5EF4-FFF2-40B4-BE49-F238E27FC236}">
                <a16:creationId xmlns:a16="http://schemas.microsoft.com/office/drawing/2014/main" id="{6E551278-ACA3-4E28-8B1D-CA86A9DC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005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</a:defRPr>
            </a:pPr>
            <a:r>
              <a:rPr sz="825" b="1">
                <a:solidFill>
                  <a:srgbClr val="172033"/>
                </a:solidFill>
              </a:rPr>
              <a:t>Open</a:t>
            </a:r>
          </a:p>
        </p:txBody>
      </p:sp>
      <p:sp>
        <p:nvSpPr>
          <p:cNvPr id="32" name="button-QR">
            <a:extLst xmlns:a="http://schemas.openxmlformats.org/drawingml/2006/main">
              <a:ext uri="{FF2B5EF4-FFF2-40B4-BE49-F238E27FC236}">
                <a16:creationId xmlns:a16="http://schemas.microsoft.com/office/drawing/2014/main" id="{EE126FDC-3AAF-45FF-8C6A-C7EE2B6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590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button-text-QR">
            <a:extLst xmlns:a="http://schemas.openxmlformats.org/drawingml/2006/main">
              <a:ext uri="{FF2B5EF4-FFF2-40B4-BE49-F238E27FC236}">
                <a16:creationId xmlns:a16="http://schemas.microsoft.com/office/drawing/2014/main" id="{ED705540-60BA-42AA-9D39-20867D54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005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</a:defRPr>
            </a:pPr>
            <a:r>
              <a:rPr sz="825" b="1">
                <a:solidFill>
                  <a:srgbClr val="172033"/>
                </a:solidFill>
              </a:rPr>
              <a:t>QR</a:t>
            </a:r>
          </a:p>
        </p:txBody>
      </p:sp>
      <p:sp>
        <p:nvSpPr>
          <p:cNvPr id="34" name="button-WhatsApp">
            <a:extLst xmlns:a="http://schemas.openxmlformats.org/drawingml/2006/main">
              <a:ext uri="{FF2B5EF4-FFF2-40B4-BE49-F238E27FC236}">
                <a16:creationId xmlns:a16="http://schemas.microsoft.com/office/drawing/2014/main" id="{AE5F1C86-5D25-4397-9014-81AEEFE8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857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button-text-WhatsApp">
            <a:extLst xmlns:a="http://schemas.openxmlformats.org/drawingml/2006/main">
              <a:ext uri="{FF2B5EF4-FFF2-40B4-BE49-F238E27FC236}">
                <a16:creationId xmlns:a16="http://schemas.microsoft.com/office/drawing/2014/main" id="{BBEFDBA7-7009-47C2-B7C7-17F4BD09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005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33"/>
                </a:solidFill>
              </a:defRPr>
            </a:pPr>
            <a:r>
              <a:rPr sz="750" b="1">
                <a:solidFill>
                  <a:srgbClr val="172033"/>
                </a:solidFill>
              </a:rPr>
              <a:t>WhatsApp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87317C6-941E-47FD-9D00-72EFF8B9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48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Share uses the system share sheet when available.</a:t>
            </a:r>
          </a:p>
        </p:txBody>
      </p:sp>
      <p:sp>
        <p:nvSpPr>
          <p:cNvPr id="37" name="mobile-bottom">
            <a:extLst xmlns:a="http://schemas.openxmlformats.org/drawingml/2006/main">
              <a:ext uri="{FF2B5EF4-FFF2-40B4-BE49-F238E27FC236}">
                <a16:creationId xmlns:a16="http://schemas.microsoft.com/office/drawing/2014/main" id="{690A8802-4BC5-43ED-B950-F14298D9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57850"/>
            <a:ext cx="3467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8" name="button-Share">
            <a:extLst xmlns:a="http://schemas.openxmlformats.org/drawingml/2006/main">
              <a:ext uri="{FF2B5EF4-FFF2-40B4-BE49-F238E27FC236}">
                <a16:creationId xmlns:a16="http://schemas.microsoft.com/office/drawing/2014/main" id="{CE32D8F1-0359-4805-AF6A-2C2AA5A9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91200"/>
            <a:ext cx="876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button-text-Share">
            <a:extLst xmlns:a="http://schemas.openxmlformats.org/drawingml/2006/main">
              <a:ext uri="{FF2B5EF4-FFF2-40B4-BE49-F238E27FC236}">
                <a16:creationId xmlns:a16="http://schemas.microsoft.com/office/drawing/2014/main" id="{EBC1A862-E1E0-4181-9FD6-CDC4899A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959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Share</a:t>
            </a:r>
          </a:p>
        </p:txBody>
      </p:sp>
      <p:sp>
        <p:nvSpPr>
          <p:cNvPr id="40" name="button-Send free test">
            <a:extLst xmlns:a="http://schemas.openxmlformats.org/drawingml/2006/main">
              <a:ext uri="{FF2B5EF4-FFF2-40B4-BE49-F238E27FC236}">
                <a16:creationId xmlns:a16="http://schemas.microsoft.com/office/drawing/2014/main" id="{64B9AB47-14B1-4AF9-B632-7DCC698A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91200"/>
            <a:ext cx="2171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41" name="button-text-Send free test">
            <a:extLst xmlns:a="http://schemas.openxmlformats.org/drawingml/2006/main">
              <a:ext uri="{FF2B5EF4-FFF2-40B4-BE49-F238E27FC236}">
                <a16:creationId xmlns:a16="http://schemas.microsoft.com/office/drawing/2014/main" id="{0E26610F-33AD-4BBD-868E-845EC814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959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Send free test</a:t>
            </a:r>
          </a:p>
        </p:txBody>
      </p:sp>
    </p:spTree>
    <p:extLst>
      <p:ext uri="{BB962C8B-B14F-4D97-AF65-F5344CB8AC3E}">
        <p14:creationId xmlns:p14="http://schemas.microsoft.com/office/powerpoint/2010/main" val="1294113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739C80F-948A-432C-AF51-0B10D1D0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MOBILE 4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2CDF29-BB00-40D2-8C78-B984673D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Mobile test mode keeps the three guarantees in view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D86311-7F06-49BF-A8C7-2131A9C8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10</a:t>
            </a:r>
          </a:p>
        </p:txBody>
      </p:sp>
      <p:sp>
        <p:nvSpPr>
          <p:cNvPr id="4" name="phone-shell">
            <a:extLst xmlns:a="http://schemas.openxmlformats.org/drawingml/2006/main">
              <a:ext uri="{FF2B5EF4-FFF2-40B4-BE49-F238E27FC236}">
                <a16:creationId xmlns:a16="http://schemas.microsoft.com/office/drawing/2014/main" id="{55544B14-0CB0-4A78-8D50-0EDC96D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104900"/>
            <a:ext cx="3695700" cy="531495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9E28BE90-D5CE-4AD8-89DC-91908D96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5086350"/>
          </a:xfrm>
          <a:prstGeom xmlns:a="http://schemas.openxmlformats.org/drawingml/2006/main" prst="roundRect">
            <a:avLst>
              <a:gd name="adj" fmla="val 1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phone-topbar">
            <a:extLst xmlns:a="http://schemas.openxmlformats.org/drawingml/2006/main">
              <a:ext uri="{FF2B5EF4-FFF2-40B4-BE49-F238E27FC236}">
                <a16:creationId xmlns:a16="http://schemas.microsoft.com/office/drawing/2014/main" id="{3C9F7980-5187-4C19-9666-A2C82F49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5C6572-00FD-4949-A04F-F175AFF9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33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469C80-EC24-4A1C-8D83-EED378CC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33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Test mode</a:t>
            </a:r>
          </a:p>
        </p:txBody>
      </p:sp>
      <p:sp>
        <p:nvSpPr>
          <p:cNvPr id="9" name="mobile-context">
            <a:extLst xmlns:a="http://schemas.openxmlformats.org/drawingml/2006/main">
              <a:ext uri="{FF2B5EF4-FFF2-40B4-BE49-F238E27FC236}">
                <a16:creationId xmlns:a16="http://schemas.microsoft.com/office/drawing/2014/main" id="{D31635E3-609F-486D-BFAA-F5028A24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3238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DEF2F5-EE56-495F-B735-07C8DC5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Customer Service Request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594CFFB-386A-44FC-BD01-DF0DE3B9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Template context and 3 recommended fields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B70E70-5F8A-4E6D-B8FE-940B9EC5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97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Details</a:t>
            </a:r>
          </a:p>
        </p:txBody>
      </p:sp>
      <p:sp>
        <p:nvSpPr>
          <p:cNvPr id="13" name="pill-C">
            <a:extLst xmlns:a="http://schemas.openxmlformats.org/drawingml/2006/main">
              <a:ext uri="{FF2B5EF4-FFF2-40B4-BE49-F238E27FC236}">
                <a16:creationId xmlns:a16="http://schemas.microsoft.com/office/drawing/2014/main" id="{4748F529-73FC-46C7-B1EA-5117E044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pill-text-C">
            <a:extLst xmlns:a="http://schemas.openxmlformats.org/drawingml/2006/main">
              <a:ext uri="{FF2B5EF4-FFF2-40B4-BE49-F238E27FC236}">
                <a16:creationId xmlns:a16="http://schemas.microsoft.com/office/drawing/2014/main" id="{A4B92A1C-C50C-483C-B8EE-C4E52DF2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</a:t>
            </a:r>
          </a:p>
        </p:txBody>
      </p:sp>
      <p:sp>
        <p:nvSpPr>
          <p:cNvPr id="15" name="pill-G">
            <a:extLst xmlns:a="http://schemas.openxmlformats.org/drawingml/2006/main">
              <a:ext uri="{FF2B5EF4-FFF2-40B4-BE49-F238E27FC236}">
                <a16:creationId xmlns:a16="http://schemas.microsoft.com/office/drawing/2014/main" id="{1A65CECC-75B1-405A-BA95-DDB8C6B9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pill-text-G">
            <a:extLst xmlns:a="http://schemas.openxmlformats.org/drawingml/2006/main">
              <a:ext uri="{FF2B5EF4-FFF2-40B4-BE49-F238E27FC236}">
                <a16:creationId xmlns:a16="http://schemas.microsoft.com/office/drawing/2014/main" id="{31A5BB54-4D33-43C8-9103-0238BF50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</a:t>
            </a:r>
          </a:p>
        </p:txBody>
      </p:sp>
      <p:sp>
        <p:nvSpPr>
          <p:cNvPr id="17" name="pill-P">
            <a:extLst xmlns:a="http://schemas.openxmlformats.org/drawingml/2006/main">
              <a:ext uri="{FF2B5EF4-FFF2-40B4-BE49-F238E27FC236}">
                <a16:creationId xmlns:a16="http://schemas.microsoft.com/office/drawing/2014/main" id="{89DCDF5E-F74A-40A8-9B65-FF4A9618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pill-text-P">
            <a:extLst xmlns:a="http://schemas.openxmlformats.org/drawingml/2006/main">
              <a:ext uri="{FF2B5EF4-FFF2-40B4-BE49-F238E27FC236}">
                <a16:creationId xmlns:a16="http://schemas.microsoft.com/office/drawing/2014/main" id="{5D0713CC-B8E8-41DC-8CCC-BFF4D945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</a:t>
            </a:r>
          </a:p>
        </p:txBody>
      </p:sp>
      <p:sp>
        <p:nvSpPr>
          <p:cNvPr id="19" name="pill-T">
            <a:extLst xmlns:a="http://schemas.openxmlformats.org/drawingml/2006/main">
              <a:ext uri="{FF2B5EF4-FFF2-40B4-BE49-F238E27FC236}">
                <a16:creationId xmlns:a16="http://schemas.microsoft.com/office/drawing/2014/main" id="{3BF6A800-2636-4BE1-BF9F-0A040891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0" name="pill-text-T">
            <a:extLst xmlns:a="http://schemas.openxmlformats.org/drawingml/2006/main">
              <a:ext uri="{FF2B5EF4-FFF2-40B4-BE49-F238E27FC236}">
                <a16:creationId xmlns:a16="http://schemas.microsoft.com/office/drawing/2014/main" id="{B8C1E8D4-3430-42F5-8EFD-24B74644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T</a:t>
            </a:r>
          </a:p>
        </p:txBody>
      </p:sp>
      <p:sp>
        <p:nvSpPr>
          <p:cNvPr id="21" name="pill-R">
            <a:extLst xmlns:a="http://schemas.openxmlformats.org/drawingml/2006/main">
              <a:ext uri="{FF2B5EF4-FFF2-40B4-BE49-F238E27FC236}">
                <a16:creationId xmlns:a16="http://schemas.microsoft.com/office/drawing/2014/main" id="{27755C70-44D2-445F-952B-FDCBF537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pill-text-R">
            <a:extLst xmlns:a="http://schemas.openxmlformats.org/drawingml/2006/main">
              <a:ext uri="{FF2B5EF4-FFF2-40B4-BE49-F238E27FC236}">
                <a16:creationId xmlns:a16="http://schemas.microsoft.com/office/drawing/2014/main" id="{DAD5B77E-C3E9-44A8-8539-F2366038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</a:t>
            </a:r>
          </a:p>
        </p:txBody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EAEC9A51-726F-4AE6-8A70-94F960BF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30099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456285B-953F-41FD-9420-E70CE6A5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813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4708"/>
                </a:solidFill>
              </a:defRPr>
            </a:pPr>
            <a:r>
              <a:rPr sz="900" b="1">
                <a:solidFill>
                  <a:srgbClr val="B54708"/>
                </a:solidFill>
              </a:rPr>
              <a:t>FREE TEST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7F15C09-E9A1-41DD-BBCD-6ED09126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99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Saved to results. No external notifications.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41DFCF1-AAA3-4C1A-9E07-8820F0FF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Your name</a:t>
            </a:r>
          </a:p>
        </p:txBody>
      </p:sp>
      <p:sp>
        <p:nvSpPr>
          <p:cNvPr id="27" name="field-Your name">
            <a:extLst xmlns:a="http://schemas.openxmlformats.org/drawingml/2006/main">
              <a:ext uri="{FF2B5EF4-FFF2-40B4-BE49-F238E27FC236}">
                <a16:creationId xmlns:a16="http://schemas.microsoft.com/office/drawing/2014/main" id="{6757AB34-580E-4EA6-9255-B300D05C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30099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B59D5E8-ABCE-4416-B57E-D8B6DC2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338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Mike Test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C6C2D99-EAF1-4815-A4C9-705B9097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1965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Request type</a:t>
            </a:r>
          </a:p>
        </p:txBody>
      </p:sp>
      <p:sp>
        <p:nvSpPr>
          <p:cNvPr id="30" name="field-Request type">
            <a:extLst xmlns:a="http://schemas.openxmlformats.org/drawingml/2006/main">
              <a:ext uri="{FF2B5EF4-FFF2-40B4-BE49-F238E27FC236}">
                <a16:creationId xmlns:a16="http://schemas.microsoft.com/office/drawing/2014/main" id="{7396D105-EA57-4BFF-B85D-9335EFC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48250"/>
            <a:ext cx="30099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B701967-464F-4F63-A58E-1E39DE7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5302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</a:defRPr>
            </a:pPr>
            <a:r>
              <a:rPr sz="975" b="0">
                <a:solidFill>
                  <a:srgbClr val="98A2B3"/>
                </a:solidFill>
              </a:rPr>
              <a:t>Product question</a:t>
            </a:r>
          </a:p>
        </p:txBody>
      </p:sp>
      <p:sp>
        <p:nvSpPr>
          <p:cNvPr id="32" name="mobile-bottom">
            <a:extLst xmlns:a="http://schemas.openxmlformats.org/drawingml/2006/main">
              <a:ext uri="{FF2B5EF4-FFF2-40B4-BE49-F238E27FC236}">
                <a16:creationId xmlns:a16="http://schemas.microsoft.com/office/drawing/2014/main" id="{3F62890E-FCE6-4A0C-A19C-0977F04B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57850"/>
            <a:ext cx="3467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button-Exit">
            <a:extLst xmlns:a="http://schemas.openxmlformats.org/drawingml/2006/main">
              <a:ext uri="{FF2B5EF4-FFF2-40B4-BE49-F238E27FC236}">
                <a16:creationId xmlns:a16="http://schemas.microsoft.com/office/drawing/2014/main" id="{417E1143-E357-44FC-ADE5-C2861EAC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91200"/>
            <a:ext cx="876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4" name="button-text-Exit">
            <a:extLst xmlns:a="http://schemas.openxmlformats.org/drawingml/2006/main">
              <a:ext uri="{FF2B5EF4-FFF2-40B4-BE49-F238E27FC236}">
                <a16:creationId xmlns:a16="http://schemas.microsoft.com/office/drawing/2014/main" id="{A9AD26AB-EF45-45E0-8175-C40CD2F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959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Exit</a:t>
            </a:r>
          </a:p>
        </p:txBody>
      </p:sp>
      <p:sp>
        <p:nvSpPr>
          <p:cNvPr id="35" name="button-Submit test response">
            <a:extLst xmlns:a="http://schemas.openxmlformats.org/drawingml/2006/main">
              <a:ext uri="{FF2B5EF4-FFF2-40B4-BE49-F238E27FC236}">
                <a16:creationId xmlns:a16="http://schemas.microsoft.com/office/drawing/2014/main" id="{64AB46CF-4573-4A54-BFC3-2EC3D8D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91200"/>
            <a:ext cx="2171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36" name="button-text-Submit test response">
            <a:extLst xmlns:a="http://schemas.openxmlformats.org/drawingml/2006/main">
              <a:ext uri="{FF2B5EF4-FFF2-40B4-BE49-F238E27FC236}">
                <a16:creationId xmlns:a16="http://schemas.microsoft.com/office/drawing/2014/main" id="{344DEB3A-9CE2-43B4-A850-492AC1B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959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Submit test response</a:t>
            </a:r>
          </a:p>
        </p:txBody>
      </p:sp>
    </p:spTree>
    <p:extLst>
      <p:ext uri="{BB962C8B-B14F-4D97-AF65-F5344CB8AC3E}">
        <p14:creationId xmlns:p14="http://schemas.microsoft.com/office/powerpoint/2010/main" val="7629313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A5397D2-4D69-4F45-9AD7-45FB1FAD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MOBILE 5 OF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9E55B-4F3C-4923-B598-28CD7A0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Mobile first result confirms success before metadata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FAEF64-D051-4EB5-964C-6C263DEA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11</a:t>
            </a:r>
          </a:p>
        </p:txBody>
      </p:sp>
      <p:sp>
        <p:nvSpPr>
          <p:cNvPr id="4" name="phone-shell">
            <a:extLst xmlns:a="http://schemas.openxmlformats.org/drawingml/2006/main">
              <a:ext uri="{FF2B5EF4-FFF2-40B4-BE49-F238E27FC236}">
                <a16:creationId xmlns:a16="http://schemas.microsoft.com/office/drawing/2014/main" id="{2AC10218-763E-47B1-BEC4-A7421E7C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104900"/>
            <a:ext cx="3695700" cy="531495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998EDF73-158F-4DAE-8590-7C36803D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5086350"/>
          </a:xfrm>
          <a:prstGeom xmlns:a="http://schemas.openxmlformats.org/drawingml/2006/main" prst="roundRect">
            <a:avLst>
              <a:gd name="adj" fmla="val 1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phone-topbar">
            <a:extLst xmlns:a="http://schemas.openxmlformats.org/drawingml/2006/main">
              <a:ext uri="{FF2B5EF4-FFF2-40B4-BE49-F238E27FC236}">
                <a16:creationId xmlns:a16="http://schemas.microsoft.com/office/drawing/2014/main" id="{C18F6D06-E1D6-44BB-9D80-1BD460AE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19200"/>
            <a:ext cx="346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A9905A-7585-46EB-BA55-6931A5BB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33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GenForms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CE0DCB-87AA-4F96-A305-3AC0B758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33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First result</a:t>
            </a:r>
          </a:p>
        </p:txBody>
      </p:sp>
      <p:sp>
        <p:nvSpPr>
          <p:cNvPr id="9" name="mobile-context">
            <a:extLst xmlns:a="http://schemas.openxmlformats.org/drawingml/2006/main">
              <a:ext uri="{FF2B5EF4-FFF2-40B4-BE49-F238E27FC236}">
                <a16:creationId xmlns:a16="http://schemas.microsoft.com/office/drawing/2014/main" id="{C6BB9511-FBA2-472B-B04D-4F11BCF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3238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F26C88-1B10-4FB1-BBAC-E4A9C462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Customer Service Request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74A7DAE-7C0A-4BE7-BA93-5A71318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Template context and 3 recommended fields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61C29D1-BA2E-49B0-96FD-9B80172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97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Details</a:t>
            </a:r>
          </a:p>
        </p:txBody>
      </p:sp>
      <p:sp>
        <p:nvSpPr>
          <p:cNvPr id="13" name="pill-C">
            <a:extLst xmlns:a="http://schemas.openxmlformats.org/drawingml/2006/main">
              <a:ext uri="{FF2B5EF4-FFF2-40B4-BE49-F238E27FC236}">
                <a16:creationId xmlns:a16="http://schemas.microsoft.com/office/drawing/2014/main" id="{975EB424-2E2B-44F7-8AD3-821F8918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pill-text-C">
            <a:extLst xmlns:a="http://schemas.openxmlformats.org/drawingml/2006/main">
              <a:ext uri="{FF2B5EF4-FFF2-40B4-BE49-F238E27FC236}">
                <a16:creationId xmlns:a16="http://schemas.microsoft.com/office/drawing/2014/main" id="{D2B4B32D-14D5-43DA-9D40-02D863E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</a:t>
            </a:r>
          </a:p>
        </p:txBody>
      </p:sp>
      <p:sp>
        <p:nvSpPr>
          <p:cNvPr id="15" name="pill-G">
            <a:extLst xmlns:a="http://schemas.openxmlformats.org/drawingml/2006/main">
              <a:ext uri="{FF2B5EF4-FFF2-40B4-BE49-F238E27FC236}">
                <a16:creationId xmlns:a16="http://schemas.microsoft.com/office/drawing/2014/main" id="{E62DCB07-1E82-4DDB-B47F-6AB458E2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pill-text-G">
            <a:extLst xmlns:a="http://schemas.openxmlformats.org/drawingml/2006/main">
              <a:ext uri="{FF2B5EF4-FFF2-40B4-BE49-F238E27FC236}">
                <a16:creationId xmlns:a16="http://schemas.microsoft.com/office/drawing/2014/main" id="{DE55AC4A-A8DC-4065-AEA8-B44EDDE6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</a:t>
            </a:r>
          </a:p>
        </p:txBody>
      </p:sp>
      <p:sp>
        <p:nvSpPr>
          <p:cNvPr id="17" name="pill-P">
            <a:extLst xmlns:a="http://schemas.openxmlformats.org/drawingml/2006/main">
              <a:ext uri="{FF2B5EF4-FFF2-40B4-BE49-F238E27FC236}">
                <a16:creationId xmlns:a16="http://schemas.microsoft.com/office/drawing/2014/main" id="{F3DE02D1-C321-43D6-9654-4DC856F7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pill-text-P">
            <a:extLst xmlns:a="http://schemas.openxmlformats.org/drawingml/2006/main">
              <a:ext uri="{FF2B5EF4-FFF2-40B4-BE49-F238E27FC236}">
                <a16:creationId xmlns:a16="http://schemas.microsoft.com/office/drawing/2014/main" id="{B730B66F-C986-4343-9ACB-988B7C69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</a:t>
            </a:r>
          </a:p>
        </p:txBody>
      </p:sp>
      <p:sp>
        <p:nvSpPr>
          <p:cNvPr id="19" name="pill-T">
            <a:extLst xmlns:a="http://schemas.openxmlformats.org/drawingml/2006/main">
              <a:ext uri="{FF2B5EF4-FFF2-40B4-BE49-F238E27FC236}">
                <a16:creationId xmlns:a16="http://schemas.microsoft.com/office/drawing/2014/main" id="{5A034CFA-3D86-4C30-BA5B-CA842D55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pill-text-T">
            <a:extLst xmlns:a="http://schemas.openxmlformats.org/drawingml/2006/main">
              <a:ext uri="{FF2B5EF4-FFF2-40B4-BE49-F238E27FC236}">
                <a16:creationId xmlns:a16="http://schemas.microsoft.com/office/drawing/2014/main" id="{C97654F1-7A67-4C7E-B212-E505F332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</a:t>
            </a:r>
          </a:p>
        </p:txBody>
      </p:sp>
      <p:sp>
        <p:nvSpPr>
          <p:cNvPr id="21" name="pill-R">
            <a:extLst xmlns:a="http://schemas.openxmlformats.org/drawingml/2006/main">
              <a:ext uri="{FF2B5EF4-FFF2-40B4-BE49-F238E27FC236}">
                <a16:creationId xmlns:a16="http://schemas.microsoft.com/office/drawing/2014/main" id="{5DBB98EB-4403-4CF0-A054-BAB7DAF5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52700"/>
            <a:ext cx="5143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2" name="pill-text-R">
            <a:extLst xmlns:a="http://schemas.openxmlformats.org/drawingml/2006/main">
              <a:ext uri="{FF2B5EF4-FFF2-40B4-BE49-F238E27FC236}">
                <a16:creationId xmlns:a16="http://schemas.microsoft.com/office/drawing/2014/main" id="{593258BA-FC17-44A0-B409-77262909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R</a:t>
            </a:r>
          </a:p>
        </p:txBody>
      </p:sp>
      <p:sp>
        <p:nvSpPr>
          <p:cNvPr id="23" name="pill-TEST">
            <a:extLst xmlns:a="http://schemas.openxmlformats.org/drawingml/2006/main">
              <a:ext uri="{FF2B5EF4-FFF2-40B4-BE49-F238E27FC236}">
                <a16:creationId xmlns:a16="http://schemas.microsoft.com/office/drawing/2014/main" id="{B6993888-B8E9-428E-9CF2-A9B2EEB6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628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B54708"/>
            </a:solidFill>
            <a:prstDash val="solid"/>
          </a:ln>
        </p:spPr>
      </p:sp>
      <p:sp>
        <p:nvSpPr>
          <p:cNvPr id="24" name="pill-text-TEST">
            <a:extLst xmlns:a="http://schemas.openxmlformats.org/drawingml/2006/main">
              <a:ext uri="{FF2B5EF4-FFF2-40B4-BE49-F238E27FC236}">
                <a16:creationId xmlns:a16="http://schemas.microsoft.com/office/drawing/2014/main" id="{147785BA-69AC-427F-8FF8-C3337E0C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54708"/>
                </a:solidFill>
              </a:defRPr>
            </a:pPr>
            <a:r>
              <a:rPr sz="825" b="1">
                <a:solidFill>
                  <a:srgbClr val="B54708"/>
                </a:solidFill>
              </a:rPr>
              <a:t>TEST</a:t>
            </a:r>
          </a:p>
        </p:txBody>
      </p:sp>
      <p:sp>
        <p:nvSpPr>
          <p:cNvPr id="25" name="pill-Saved">
            <a:extLst xmlns:a="http://schemas.openxmlformats.org/drawingml/2006/main">
              <a:ext uri="{FF2B5EF4-FFF2-40B4-BE49-F238E27FC236}">
                <a16:creationId xmlns:a16="http://schemas.microsoft.com/office/drawing/2014/main" id="{56FC9246-3865-467F-B514-7D0FDAA1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704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26" name="pill-text-Saved">
            <a:extLst xmlns:a="http://schemas.openxmlformats.org/drawingml/2006/main">
              <a:ext uri="{FF2B5EF4-FFF2-40B4-BE49-F238E27FC236}">
                <a16:creationId xmlns:a16="http://schemas.microsoft.com/office/drawing/2014/main" id="{F7D97613-7748-4176-BC2A-C3558851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7647"/>
                </a:solidFill>
              </a:defRPr>
            </a:pPr>
            <a:r>
              <a:rPr sz="825" b="1">
                <a:solidFill>
                  <a:srgbClr val="067647"/>
                </a:solidFill>
              </a:rPr>
              <a:t>Saved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99150B5-E718-4FD7-9029-F883BED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Mike Test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58233DC-B067-438F-9F00-27DED26C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Product question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B55914DF-50CC-4649-A4BB-54FF7B6A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30099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0045D8B-36DE-4B36-88FA-77DD5A98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196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This is a test response.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F268629-1741-4247-B3F6-AD2756F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81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7647"/>
                </a:solidFill>
              </a:defRPr>
            </a:pPr>
            <a:r>
              <a:rPr sz="975" b="1">
                <a:solidFill>
                  <a:srgbClr val="067647"/>
                </a:solidFill>
              </a:rPr>
              <a:t>Stored. Notifications suppressed.</a:t>
            </a:r>
          </a:p>
        </p:txBody>
      </p:sp>
      <p:sp>
        <p:nvSpPr>
          <p:cNvPr id="32" name="mobile-bottom">
            <a:extLst xmlns:a="http://schemas.openxmlformats.org/drawingml/2006/main">
              <a:ext uri="{FF2B5EF4-FFF2-40B4-BE49-F238E27FC236}">
                <a16:creationId xmlns:a16="http://schemas.microsoft.com/office/drawing/2014/main" id="{89DECFDA-BD94-41FD-9769-111AFDE3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57850"/>
            <a:ext cx="3467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button-Results">
            <a:extLst xmlns:a="http://schemas.openxmlformats.org/drawingml/2006/main">
              <a:ext uri="{FF2B5EF4-FFF2-40B4-BE49-F238E27FC236}">
                <a16:creationId xmlns:a16="http://schemas.microsoft.com/office/drawing/2014/main" id="{6D0BFDBA-0443-4A1D-BFC4-B4FEBD60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91200"/>
            <a:ext cx="876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4" name="button-text-Results">
            <a:extLst xmlns:a="http://schemas.openxmlformats.org/drawingml/2006/main">
              <a:ext uri="{FF2B5EF4-FFF2-40B4-BE49-F238E27FC236}">
                <a16:creationId xmlns:a16="http://schemas.microsoft.com/office/drawing/2014/main" id="{C008C0CE-29CD-477C-A8E5-E713535E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959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Results</a:t>
            </a:r>
          </a:p>
        </p:txBody>
      </p:sp>
      <p:sp>
        <p:nvSpPr>
          <p:cNvPr id="35" name="button-Share public form">
            <a:extLst xmlns:a="http://schemas.openxmlformats.org/drawingml/2006/main">
              <a:ext uri="{FF2B5EF4-FFF2-40B4-BE49-F238E27FC236}">
                <a16:creationId xmlns:a16="http://schemas.microsoft.com/office/drawing/2014/main" id="{177B0C0D-D643-4B3E-B150-01B9AAD5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91200"/>
            <a:ext cx="2171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36" name="button-text-Share public form">
            <a:extLst xmlns:a="http://schemas.openxmlformats.org/drawingml/2006/main">
              <a:ext uri="{FF2B5EF4-FFF2-40B4-BE49-F238E27FC236}">
                <a16:creationId xmlns:a16="http://schemas.microsoft.com/office/drawing/2014/main" id="{E8478582-5645-43F0-967B-9D6C16A0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959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Share public form</a:t>
            </a:r>
          </a:p>
        </p:txBody>
      </p:sp>
    </p:spTree>
    <p:extLst>
      <p:ext uri="{BB962C8B-B14F-4D97-AF65-F5344CB8AC3E}">
        <p14:creationId xmlns:p14="http://schemas.microsoft.com/office/powerpoint/2010/main" val="1880972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1F4E083-074F-4534-A579-6AF0C19D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STATE TRANSITIONS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75AB6F-3DBE-439D-8B15-6DFE38C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The Action Rail changes with state, not with screen density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CF9046-C4F9-4175-809C-E62E24F9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84EA47-3E5E-403F-B9A7-0E34777A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STATE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DBD544-91F2-47C0-810D-E82C21A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66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CURRENT TASK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D9AEFC2-98A5-45F7-98A2-DA8E26E3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66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ONLY PRIMARY CTA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8E89A2-9BD4-46C7-ADF6-83B99FC6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SECONDARY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D755C248-66A4-46DB-974C-A9A2D2D0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10109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8C8BAD-6D11-45B2-A727-B946EC92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Context loaded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28D07E-87C4-4861-AE71-ED97E0C3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Generate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422E00F-9B2E-4258-9839-8A0BC25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7D5"/>
                </a:solidFill>
              </a:defRPr>
            </a:pPr>
            <a:r>
              <a:rPr sz="1275" b="1">
                <a:solidFill>
                  <a:srgbClr val="3157D5"/>
                </a:solidFill>
              </a:rPr>
              <a:t>Generate this form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2D2779-0738-48F3-949C-46109FB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Change template, clear context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B5DCA7F0-B973-400A-967F-EB706D7B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10109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64227B-ABDC-4C34-ABB4-907EBD97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Generated draft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0A3525C-9D11-4FA2-8C52-CDEA153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Publish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D02AD9-A421-4C4E-8C14-E6C6A0C2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7D5"/>
                </a:solidFill>
              </a:defRPr>
            </a:pPr>
            <a:r>
              <a:rPr sz="1275" b="1">
                <a:solidFill>
                  <a:srgbClr val="3157D5"/>
                </a:solidFill>
              </a:rPr>
              <a:t>Publish form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9B4C9C6-29A3-4452-BB86-08D2E4CE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Preview, save, edit fields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A0CD6063-8004-43BB-A794-D3BE622B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110109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3ED5E2-261A-49A0-9113-85E5DCF6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Publish success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A9761B6-101C-4AE3-8927-B449D6EA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62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Test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5FA68EF-8961-416A-AC6E-098DFAA9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7D5"/>
                </a:solidFill>
              </a:defRPr>
            </a:pPr>
            <a:r>
              <a:rPr sz="1275" b="1">
                <a:solidFill>
                  <a:srgbClr val="3157D5"/>
                </a:solidFill>
              </a:rPr>
              <a:t>Send free test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775293E-A624-4B96-9E99-C2005C9D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Copy, open, QR, WhatsApp</a:t>
            </a:r>
          </a:p>
        </p:txBody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578EDAFC-A788-4E3A-93F5-72A06FB9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10109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0660D3F-6F14-48B7-B9DF-837F8FFF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Test runner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CDA3D4E-86D1-4B33-9936-E4093D06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Submit test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4CD8643-0461-46F5-A3CC-EB446E37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4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7D5"/>
                </a:solidFill>
              </a:defRPr>
            </a:pPr>
            <a:r>
              <a:rPr sz="1275" b="1">
                <a:solidFill>
                  <a:srgbClr val="3157D5"/>
                </a:solidFill>
              </a:rPr>
              <a:t>Submit test response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CE19031-3C5B-4082-8049-647FB6B4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Exit test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2A7FB704-965A-4239-90FA-F39DD7D2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10109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01B6AEB-80C6-454D-8725-4FF340C1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First result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F536E76-2D28-40AF-8431-164CFB47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24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Share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DC96F27-579A-4536-B540-AA61DA90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24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7D5"/>
                </a:solidFill>
              </a:defRPr>
            </a:pPr>
            <a:r>
              <a:rPr sz="1275" b="1">
                <a:solidFill>
                  <a:srgbClr val="3157D5"/>
                </a:solidFill>
              </a:rPr>
              <a:t>Share public form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A71F592-B065-4A63-A7A5-FBF6E49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244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Copy, open, view all results</a:t>
            </a:r>
          </a:p>
        </p:txBody>
      </p:sp>
      <p:sp>
        <p:nvSpPr>
          <p:cNvPr id="33" name="note">
            <a:extLst xmlns:a="http://schemas.openxmlformats.org/drawingml/2006/main">
              <a:ext uri="{FF2B5EF4-FFF2-40B4-BE49-F238E27FC236}">
                <a16:creationId xmlns:a16="http://schemas.microsoft.com/office/drawing/2014/main" id="{D41D6569-4125-4E28-B270-A8F46A35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67400"/>
            <a:ext cx="7429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34" name="note-text">
            <a:extLst xmlns:a="http://schemas.openxmlformats.org/drawingml/2006/main">
              <a:ext uri="{FF2B5EF4-FFF2-40B4-BE49-F238E27FC236}">
                <a16:creationId xmlns:a16="http://schemas.microsoft.com/office/drawing/2014/main" id="{AA850DE0-9B71-494C-824D-C20633A3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953125"/>
            <a:ext cx="720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D5"/>
                </a:solidFill>
              </a:defRPr>
            </a:pPr>
            <a:r>
              <a:rPr sz="1050" b="1">
                <a:solidFill>
                  <a:srgbClr val="3157D5"/>
                </a:solidFill>
              </a:rPr>
              <a:t>Empty submissions enters Test Runner through Send test submission. It is a variant of the First Result state, not a sixth state.</a:t>
            </a:r>
          </a:p>
        </p:txBody>
      </p:sp>
    </p:spTree>
    <p:extLst>
      <p:ext uri="{BB962C8B-B14F-4D97-AF65-F5344CB8AC3E}">
        <p14:creationId xmlns:p14="http://schemas.microsoft.com/office/powerpoint/2010/main" val="9697261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63E63D6-F450-4CE4-AD4D-C35DC53B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LOCALE STRESS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CDA4F6-D015-4B23-819D-3DC04A3F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Text expansion is a layout requirement, not a translation cleanup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3ADAC6-7D9E-456A-90B7-53FB48D4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13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6E91C340-D80D-4579-8881-40236186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5238750" cy="4514850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97756A-1E9F-4566-BD62-39178D69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Spanish stress strings</a:t>
            </a:r>
          </a:p>
        </p:txBody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719D3DF9-D133-47A5-9BC0-20B71DC0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762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B51B17D-637C-4CFC-9636-75CF8F2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Generar este formulario con los campos recomendados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3217AAC3-4802-4286-A410-6219A99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4762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578685-CE92-417D-AB6A-74A17146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D5"/>
                </a:solidFill>
              </a:defRPr>
            </a:pPr>
            <a:r>
              <a:rPr sz="1200" b="1">
                <a:solidFill>
                  <a:srgbClr val="3157D5"/>
                </a:solidFill>
              </a:rPr>
              <a:t>Enviar una respuesta de prueba gratuita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6A09FE45-32B5-471C-BE89-F8258F34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762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89AA976-5919-4F23-BA7B-C2198D95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Compartir el enlace público del formulario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9D4B9CE5-70F9-4B4B-912D-06C14FB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4762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2538C9-B14F-410B-AE8B-1D53AD97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No se enviarán correos electrónicos, webhooks ni notificaciones externas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4F00CAF3-9B76-4506-A1A7-2DFFBBD1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71600"/>
            <a:ext cx="5524500" cy="4514850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D309E3-DA1D-437C-8B3F-C65D413F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19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Acceptance rules</a:t>
            </a:r>
          </a:p>
        </p:txBody>
      </p:sp>
      <p:sp>
        <p:nvSpPr>
          <p:cNvPr id="16" name="pill-1">
            <a:extLst xmlns:a="http://schemas.openxmlformats.org/drawingml/2006/main">
              <a:ext uri="{FF2B5EF4-FFF2-40B4-BE49-F238E27FC236}">
                <a16:creationId xmlns:a16="http://schemas.microsoft.com/office/drawing/2014/main" id="{C3C9CEDA-706C-46C9-9D66-889D7820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381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7" name="pill-text-1">
            <a:extLst xmlns:a="http://schemas.openxmlformats.org/drawingml/2006/main">
              <a:ext uri="{FF2B5EF4-FFF2-40B4-BE49-F238E27FC236}">
                <a16:creationId xmlns:a16="http://schemas.microsoft.com/office/drawing/2014/main" id="{6312E9D6-6724-4EA8-B416-20ED1541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0C2E5C0-8812-4D1E-B2A1-C5D3B287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Content-sized controls, no fixed button widths</a:t>
            </a:r>
          </a:p>
        </p:txBody>
      </p:sp>
      <p:sp>
        <p:nvSpPr>
          <p:cNvPr id="19" name="pill-2">
            <a:extLst xmlns:a="http://schemas.openxmlformats.org/drawingml/2006/main">
              <a:ext uri="{FF2B5EF4-FFF2-40B4-BE49-F238E27FC236}">
                <a16:creationId xmlns:a16="http://schemas.microsoft.com/office/drawing/2014/main" id="{F40902D6-3069-4549-B8E0-64677689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381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0" name="pill-text-2">
            <a:extLst xmlns:a="http://schemas.openxmlformats.org/drawingml/2006/main">
              <a:ext uri="{FF2B5EF4-FFF2-40B4-BE49-F238E27FC236}">
                <a16:creationId xmlns:a16="http://schemas.microsoft.com/office/drawing/2014/main" id="{CF7E22B0-5D8F-4BBF-AA34-DD8119C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2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036A2AD-8A6C-47C3-97F5-F6540E98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Wrap before shrinking; keep 44 px tap targets</a:t>
            </a:r>
          </a:p>
        </p:txBody>
      </p:sp>
      <p:sp>
        <p:nvSpPr>
          <p:cNvPr id="22" name="pill-3">
            <a:extLst xmlns:a="http://schemas.openxmlformats.org/drawingml/2006/main">
              <a:ext uri="{FF2B5EF4-FFF2-40B4-BE49-F238E27FC236}">
                <a16:creationId xmlns:a16="http://schemas.microsoft.com/office/drawing/2014/main" id="{4070CD71-C827-49AD-96B0-22886412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381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3" name="pill-text-3">
            <a:extLst xmlns:a="http://schemas.openxmlformats.org/drawingml/2006/main">
              <a:ext uri="{FF2B5EF4-FFF2-40B4-BE49-F238E27FC236}">
                <a16:creationId xmlns:a16="http://schemas.microsoft.com/office/drawing/2014/main" id="{88C8020F-BABB-4052-B685-04F88CE8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48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3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D7B37EA-FB8A-49DD-87C3-C7884B3F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385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Inter for Latin plus system CJK sans fallbacks</a:t>
            </a:r>
          </a:p>
        </p:txBody>
      </p:sp>
      <p:sp>
        <p:nvSpPr>
          <p:cNvPr id="25" name="pill-4">
            <a:extLst xmlns:a="http://schemas.openxmlformats.org/drawingml/2006/main">
              <a:ext uri="{FF2B5EF4-FFF2-40B4-BE49-F238E27FC236}">
                <a16:creationId xmlns:a16="http://schemas.microsoft.com/office/drawing/2014/main" id="{0EEAF6C5-2718-4BAD-B88F-4BC22638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381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6" name="pill-text-4">
            <a:extLst xmlns:a="http://schemas.openxmlformats.org/drawingml/2006/main">
              <a:ext uri="{FF2B5EF4-FFF2-40B4-BE49-F238E27FC236}">
                <a16:creationId xmlns:a16="http://schemas.microsoft.com/office/drawing/2014/main" id="{D3AA056D-4903-4D9D-ADD1-8D0D4D8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4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632A5C9-E632-41BE-A2F5-85E8421B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71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State and form answers survive locale switching</a:t>
            </a:r>
          </a:p>
        </p:txBody>
      </p:sp>
      <p:sp>
        <p:nvSpPr>
          <p:cNvPr id="28" name="pill-5">
            <a:extLst xmlns:a="http://schemas.openxmlformats.org/drawingml/2006/main">
              <a:ext uri="{FF2B5EF4-FFF2-40B4-BE49-F238E27FC236}">
                <a16:creationId xmlns:a16="http://schemas.microsoft.com/office/drawing/2014/main" id="{07153B3D-E0EF-4EDC-BB07-753FA858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48200"/>
            <a:ext cx="381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9" name="pill-text-5">
            <a:extLst xmlns:a="http://schemas.openxmlformats.org/drawingml/2006/main">
              <a:ext uri="{FF2B5EF4-FFF2-40B4-BE49-F238E27FC236}">
                <a16:creationId xmlns:a16="http://schemas.microsoft.com/office/drawing/2014/main" id="{1CE9E9ED-5993-4436-95A0-17CE8384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5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3C47856-3272-4015-B344-A3827A3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958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Check en, zh-CN, zh-TW, ja, es and 200% pseudo-copy</a:t>
            </a:r>
          </a:p>
        </p:txBody>
      </p:sp>
    </p:spTree>
    <p:extLst>
      <p:ext uri="{BB962C8B-B14F-4D97-AF65-F5344CB8AC3E}">
        <p14:creationId xmlns:p14="http://schemas.microsoft.com/office/powerpoint/2010/main" val="929097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5DE299D-FC80-4229-9B47-FB6DD7A6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FOUNDER-LED TEST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36AB53-0538-4F9D-80A5-E773C1B5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Five structured walkthroughs expose ambiguity without pretending to be research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E02910-BB49-4C1B-AC8E-C3190A29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14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437A8E4B-6CF4-4D66-825F-339EDF84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pill-Run 1">
            <a:extLst xmlns:a="http://schemas.openxmlformats.org/drawingml/2006/main">
              <a:ext uri="{FF2B5EF4-FFF2-40B4-BE49-F238E27FC236}">
                <a16:creationId xmlns:a16="http://schemas.microsoft.com/office/drawing/2014/main" id="{D8201372-7EF4-4898-AF97-5B39045C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8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6" name="pill-text-Run 1">
            <a:extLst xmlns:a="http://schemas.openxmlformats.org/drawingml/2006/main">
              <a:ext uri="{FF2B5EF4-FFF2-40B4-BE49-F238E27FC236}">
                <a16:creationId xmlns:a16="http://schemas.microsoft.com/office/drawing/2014/main" id="{F689B664-9C83-4D4D-B1DF-27A8ADA3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Run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F73710D-8E34-44FF-B442-F5904246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Desktop freelancer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C465F7-9184-4D4F-8355-D8F75181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Inherited context and Publish priority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6CE926F5-FF4F-4F3C-B4B6-36DB7F54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pill-Run 2">
            <a:extLst xmlns:a="http://schemas.openxmlformats.org/drawingml/2006/main">
              <a:ext uri="{FF2B5EF4-FFF2-40B4-BE49-F238E27FC236}">
                <a16:creationId xmlns:a16="http://schemas.microsoft.com/office/drawing/2014/main" id="{0421750A-3068-4A55-9430-6D2FDAAA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68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1" name="pill-text-Run 2">
            <a:extLst xmlns:a="http://schemas.openxmlformats.org/drawingml/2006/main">
              <a:ext uri="{FF2B5EF4-FFF2-40B4-BE49-F238E27FC236}">
                <a16:creationId xmlns:a16="http://schemas.microsoft.com/office/drawing/2014/main" id="{41F371EE-71DB-4733-97A6-B2EC4DC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71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Run 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8E415EC-E831-491B-A077-F8AB3A95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Mobile small-business owner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5D3B10-4298-46C2-A1F8-80FBE24D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Overflow, sticky CTA and test guarantees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72A58D38-5883-43AF-9804-AB48596A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pill-Run 3">
            <a:extLst xmlns:a="http://schemas.openxmlformats.org/drawingml/2006/main">
              <a:ext uri="{FF2B5EF4-FFF2-40B4-BE49-F238E27FC236}">
                <a16:creationId xmlns:a16="http://schemas.microsoft.com/office/drawing/2014/main" id="{8584302D-2D8B-4203-B2EB-53A59727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68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6" name="pill-text-Run 3">
            <a:extLst xmlns:a="http://schemas.openxmlformats.org/drawingml/2006/main">
              <a:ext uri="{FF2B5EF4-FFF2-40B4-BE49-F238E27FC236}">
                <a16:creationId xmlns:a16="http://schemas.microsoft.com/office/drawing/2014/main" id="{F0643BA9-9325-4F90-AFC2-F09091A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71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Run 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B49D5C2-ADE9-465D-A327-F592FF72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Agency operations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5EBA22-EDEF-4B63-AA0F-9EAF617C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Share actions and Test vs real data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AC6C44E6-7C0D-456C-92C4-7F8060EB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pill-Run 4">
            <a:extLst xmlns:a="http://schemas.openxmlformats.org/drawingml/2006/main">
              <a:ext uri="{FF2B5EF4-FFF2-40B4-BE49-F238E27FC236}">
                <a16:creationId xmlns:a16="http://schemas.microsoft.com/office/drawing/2014/main" id="{4B60B94E-FA85-401F-B90E-E60C883B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68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1" name="pill-text-Run 4">
            <a:extLst xmlns:a="http://schemas.openxmlformats.org/drawingml/2006/main">
              <a:ext uri="{FF2B5EF4-FFF2-40B4-BE49-F238E27FC236}">
                <a16:creationId xmlns:a16="http://schemas.microsoft.com/office/drawing/2014/main" id="{C4D09395-36B4-498A-BEB2-7F6DABF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Run 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35F87B8-6186-45CB-B3C2-29837102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Chinese user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AA6EE9E-10D6-4B16-9077-3BC7789C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Natural labels, CJK rendering and state preservation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F53BCE78-3558-4D6B-A40B-453E857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pill-Run 5">
            <a:extLst xmlns:a="http://schemas.openxmlformats.org/drawingml/2006/main">
              <a:ext uri="{FF2B5EF4-FFF2-40B4-BE49-F238E27FC236}">
                <a16:creationId xmlns:a16="http://schemas.microsoft.com/office/drawing/2014/main" id="{9D14512C-65B6-46AD-BF51-49F6D0E5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68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6" name="pill-text-Run 5">
            <a:extLst xmlns:a="http://schemas.openxmlformats.org/drawingml/2006/main">
              <a:ext uri="{FF2B5EF4-FFF2-40B4-BE49-F238E27FC236}">
                <a16:creationId xmlns:a16="http://schemas.microsoft.com/office/drawing/2014/main" id="{7A20D359-EE26-4F42-8BDF-1129FDE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Run 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AE11E02-88E5-4589-B473-C71CF95B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24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Spanish form creator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B70D64A-14EF-4A9F-A504-243847CD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Long labels, wrapping and locale stress</a:t>
            </a:r>
          </a:p>
        </p:txBody>
      </p:sp>
      <p:sp>
        <p:nvSpPr>
          <p:cNvPr id="29" name="note">
            <a:extLst xmlns:a="http://schemas.openxmlformats.org/drawingml/2006/main">
              <a:ext uri="{FF2B5EF4-FFF2-40B4-BE49-F238E27FC236}">
                <a16:creationId xmlns:a16="http://schemas.microsoft.com/office/drawing/2014/main" id="{E3365256-FCD8-48EA-A997-76EF4FD2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95900"/>
            <a:ext cx="75819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</p:sp>
      <p:sp>
        <p:nvSpPr>
          <p:cNvPr id="30" name="note-text">
            <a:extLst xmlns:a="http://schemas.openxmlformats.org/drawingml/2006/main">
              <a:ext uri="{FF2B5EF4-FFF2-40B4-BE49-F238E27FC236}">
                <a16:creationId xmlns:a16="http://schemas.microsoft.com/office/drawing/2014/main" id="{714D57A9-0E48-4475-B2F6-BDA6329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81625"/>
            <a:ext cx="735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4708"/>
                </a:solidFill>
              </a:defRPr>
            </a:pPr>
            <a:r>
              <a:rPr sz="1050" b="1">
                <a:solidFill>
                  <a:srgbClr val="B54708"/>
                </a:solidFill>
              </a:rPr>
              <a:t>Evidence boundary  Mike performs five scenarios. Do not report these as five independent users.</a:t>
            </a:r>
          </a:p>
        </p:txBody>
      </p:sp>
    </p:spTree>
    <p:extLst>
      <p:ext uri="{BB962C8B-B14F-4D97-AF65-F5344CB8AC3E}">
        <p14:creationId xmlns:p14="http://schemas.microsoft.com/office/powerpoint/2010/main" val="1352402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CBE31BA-F58C-4403-8EDA-E2FC417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DECISION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8A10F5-829B-4A3E-8FF3-4179C0AB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Development should wait for the test contract and walkthrough gate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6E2844-96E6-4ED4-B2AD-408E694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15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3EC7FEF8-2DB0-4339-B739-3F060BCF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6858000" cy="44577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B1188C-A366-483B-8F12-380966CD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Must agree before implementation</a:t>
            </a:r>
          </a:p>
        </p:txBody>
      </p:sp>
      <p:sp>
        <p:nvSpPr>
          <p:cNvPr id="6" name="pill-1">
            <a:extLst xmlns:a="http://schemas.openxmlformats.org/drawingml/2006/main">
              <a:ext uri="{FF2B5EF4-FFF2-40B4-BE49-F238E27FC236}">
                <a16:creationId xmlns:a16="http://schemas.microsoft.com/office/drawing/2014/main" id="{51F1FD73-7E57-4B6C-8F94-9E32F6B0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429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7" name="pill-text-1">
            <a:extLst xmlns:a="http://schemas.openxmlformats.org/drawingml/2006/main">
              <a:ext uri="{FF2B5EF4-FFF2-40B4-BE49-F238E27FC236}">
                <a16:creationId xmlns:a16="http://schemas.microsoft.com/office/drawing/2014/main" id="{FD671B03-A5E0-4B87-A8D2-A0EEC0CE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150DEC-3512-4432-B2EA-A2C9C453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Creator-only is_test=true runtime and persistence</a:t>
            </a:r>
          </a:p>
        </p:txBody>
      </p:sp>
      <p:sp>
        <p:nvSpPr>
          <p:cNvPr id="9" name="pill-2">
            <a:extLst xmlns:a="http://schemas.openxmlformats.org/drawingml/2006/main">
              <a:ext uri="{FF2B5EF4-FFF2-40B4-BE49-F238E27FC236}">
                <a16:creationId xmlns:a16="http://schemas.microsoft.com/office/drawing/2014/main" id="{7D985CB4-F75C-4183-A51A-888B71B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429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0" name="pill-text-2">
            <a:extLst xmlns:a="http://schemas.openxmlformats.org/drawingml/2006/main">
              <a:ext uri="{FF2B5EF4-FFF2-40B4-BE49-F238E27FC236}">
                <a16:creationId xmlns:a16="http://schemas.microsoft.com/office/drawing/2014/main" id="{5123883E-C0EA-458B-B49A-15988FDD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0C9728B-D75A-450B-B8DC-53D34A18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No Credits or free-plan quota consumption</a:t>
            </a:r>
          </a:p>
        </p:txBody>
      </p:sp>
      <p:sp>
        <p:nvSpPr>
          <p:cNvPr id="12" name="pill-3">
            <a:extLst xmlns:a="http://schemas.openxmlformats.org/drawingml/2006/main">
              <a:ext uri="{FF2B5EF4-FFF2-40B4-BE49-F238E27FC236}">
                <a16:creationId xmlns:a16="http://schemas.microsoft.com/office/drawing/2014/main" id="{318506D3-E384-4FFD-9630-4685938D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429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3" name="pill-text-3">
            <a:extLst xmlns:a="http://schemas.openxmlformats.org/drawingml/2006/main">
              <a:ext uri="{FF2B5EF4-FFF2-40B4-BE49-F238E27FC236}">
                <a16:creationId xmlns:a16="http://schemas.microsoft.com/office/drawing/2014/main" id="{7AC082E2-1102-40CA-A14C-E18501F1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39260C-D989-4308-8E3A-AC5B3E6A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No email, Webhook, WhatsApp, OCR, paid AI or external automation</a:t>
            </a:r>
          </a:p>
        </p:txBody>
      </p:sp>
      <p:sp>
        <p:nvSpPr>
          <p:cNvPr id="15" name="pill-4">
            <a:extLst xmlns:a="http://schemas.openxmlformats.org/drawingml/2006/main">
              <a:ext uri="{FF2B5EF4-FFF2-40B4-BE49-F238E27FC236}">
                <a16:creationId xmlns:a16="http://schemas.microsoft.com/office/drawing/2014/main" id="{38048F32-DD13-4BCF-B047-F266878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3429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6" name="pill-text-4">
            <a:extLst xmlns:a="http://schemas.openxmlformats.org/drawingml/2006/main">
              <a:ext uri="{FF2B5EF4-FFF2-40B4-BE49-F238E27FC236}">
                <a16:creationId xmlns:a16="http://schemas.microsoft.com/office/drawing/2014/main" id="{23B50908-36FD-41C1-A20A-0C0EEF2A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C7DA734-4848-4F8A-ACC6-A746DEEA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Direct redirect to saved result detail with TEST badge</a:t>
            </a:r>
          </a:p>
        </p:txBody>
      </p:sp>
      <p:sp>
        <p:nvSpPr>
          <p:cNvPr id="18" name="pill-5">
            <a:extLst xmlns:a="http://schemas.openxmlformats.org/drawingml/2006/main">
              <a:ext uri="{FF2B5EF4-FFF2-40B4-BE49-F238E27FC236}">
                <a16:creationId xmlns:a16="http://schemas.microsoft.com/office/drawing/2014/main" id="{C5D952C1-BBA9-424F-AB07-BA368C3C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3429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9" name="pill-text-5">
            <a:extLst xmlns:a="http://schemas.openxmlformats.org/drawingml/2006/main">
              <a:ext uri="{FF2B5EF4-FFF2-40B4-BE49-F238E27FC236}">
                <a16:creationId xmlns:a16="http://schemas.microsoft.com/office/drawing/2014/main" id="{F0E25D00-6D42-4EC1-B1A8-B2568E1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5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961B051-B0A4-4E02-B51C-141AF001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Action Rail state machine and one-primary-CTA rule</a:t>
            </a:r>
          </a:p>
        </p:txBody>
      </p:sp>
      <p:sp>
        <p:nvSpPr>
          <p:cNvPr id="21" name="pill-6">
            <a:extLst xmlns:a="http://schemas.openxmlformats.org/drawingml/2006/main">
              <a:ext uri="{FF2B5EF4-FFF2-40B4-BE49-F238E27FC236}">
                <a16:creationId xmlns:a16="http://schemas.microsoft.com/office/drawing/2014/main" id="{21C99720-AEDE-45D0-A006-61D11B4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429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2" name="pill-text-6">
            <a:extLst xmlns:a="http://schemas.openxmlformats.org/drawingml/2006/main">
              <a:ext uri="{FF2B5EF4-FFF2-40B4-BE49-F238E27FC236}">
                <a16:creationId xmlns:a16="http://schemas.microsoft.com/office/drawing/2014/main" id="{620D8560-8704-4B7C-8BF0-1C2D0A24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7D5"/>
                </a:solidFill>
              </a:defRPr>
            </a:pPr>
            <a:r>
              <a:rPr sz="825" b="1">
                <a:solidFill>
                  <a:srgbClr val="3157D5"/>
                </a:solidFill>
              </a:rPr>
              <a:t>6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3EE2874-D5E1-405A-B116-3D71C4B1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Responsive Context Banner and locale expansion criteria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F4FC3494-8C19-460B-B6F2-B2099F8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3848100" cy="4457700"/>
          </a:xfrm>
          <a:prstGeom xmlns:a="http://schemas.openxmlformats.org/drawingml/2006/main" prst="roundRect">
            <a:avLst>
              <a:gd name="adj" fmla="val 148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4A63DCE-3AC7-42AA-BA94-466B1819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RECOMMENDATION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98C4A29-F61B-443D-8114-90BAA3DB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Proceed after the Founder-led gate passes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BC14C92-4C9F-462E-8B25-65E92ACE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All five scenarios finish in 5 minutes. No critical misunderstanding of cost, persistence, publication or external notifications. Mobile primary tasks require no horizontal scrolling.</a:t>
            </a:r>
          </a:p>
        </p:txBody>
      </p:sp>
      <p:sp>
        <p:nvSpPr>
          <p:cNvPr id="28" name="button-Next  Run the five walkthroughs">
            <a:extLst xmlns:a="http://schemas.openxmlformats.org/drawingml/2006/main">
              <a:ext uri="{FF2B5EF4-FFF2-40B4-BE49-F238E27FC236}">
                <a16:creationId xmlns:a16="http://schemas.microsoft.com/office/drawing/2014/main" id="{D296D024-861E-4E52-AF41-484C8360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29200"/>
            <a:ext cx="31432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29" name="button-text-Next  Run the five walkthroughs">
            <a:extLst xmlns:a="http://schemas.openxmlformats.org/drawingml/2006/main">
              <a:ext uri="{FF2B5EF4-FFF2-40B4-BE49-F238E27FC236}">
                <a16:creationId xmlns:a16="http://schemas.microsoft.com/office/drawing/2014/main" id="{D5F54A6D-B263-4B46-B418-F1180755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Next  Run the five walkthroughs</a:t>
            </a:r>
          </a:p>
        </p:txBody>
      </p:sp>
    </p:spTree>
    <p:extLst>
      <p:ext uri="{BB962C8B-B14F-4D97-AF65-F5344CB8AC3E}">
        <p14:creationId xmlns:p14="http://schemas.microsoft.com/office/powerpoint/2010/main" val="1206372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2026-07-01T14:28:40.8960000Z</dcterms:created>
  <dcterms:modified xsi:type="dcterms:W3CDTF">2026-07-01T14:28:40.8960000Z</dcterms:modified>
</coreProperties>
</file>